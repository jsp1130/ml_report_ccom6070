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5" r:id="rId9"/>
    <p:sldId id="268" r:id="rId10"/>
    <p:sldId id="264" r:id="rId11"/>
    <p:sldId id="269" r:id="rId12"/>
    <p:sldId id="271" r:id="rId13"/>
    <p:sldId id="263" r:id="rId14"/>
    <p:sldId id="272" r:id="rId15"/>
    <p:sldId id="266" r:id="rId16"/>
    <p:sldId id="270" r:id="rId17"/>
    <p:sldId id="267" r:id="rId18"/>
  </p:sldIdLst>
  <p:sldSz cx="12192000" cy="6858000"/>
  <p:notesSz cx="6858000" cy="9144000"/>
  <p:defaultTextStyle>
    <a:defPPr>
      <a:defRPr lang="en-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1"/>
    <p:restoredTop sz="94717"/>
  </p:normalViewPr>
  <p:slideViewPr>
    <p:cSldViewPr snapToGrid="0">
      <p:cViewPr varScale="1">
        <p:scale>
          <a:sx n="77" d="100"/>
          <a:sy n="77" d="100"/>
        </p:scale>
        <p:origin x="200" y="8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70EA2E-97AC-5B40-98BD-C47B89F252EF}"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DAD434E9-D08A-0349-8561-BA818EC58CC1}">
      <dgm:prSet/>
      <dgm:spPr/>
      <dgm:t>
        <a:bodyPr/>
        <a:lstStyle/>
        <a:p>
          <a:r>
            <a:rPr lang="en-US"/>
            <a:t>Contour points (x, y)</a:t>
          </a:r>
          <a:endParaRPr lang="en-PR"/>
        </a:p>
      </dgm:t>
    </dgm:pt>
    <dgm:pt modelId="{C095E92E-FB41-0245-A76A-0F146BCA55F0}" type="parTrans" cxnId="{1EAF2086-D60A-4843-A39A-BEFC4DAEBBEC}">
      <dgm:prSet/>
      <dgm:spPr/>
      <dgm:t>
        <a:bodyPr/>
        <a:lstStyle/>
        <a:p>
          <a:endParaRPr lang="en-US"/>
        </a:p>
      </dgm:t>
    </dgm:pt>
    <dgm:pt modelId="{B9C25724-930C-3D46-99BB-F78E0E258C44}" type="sibTrans" cxnId="{1EAF2086-D60A-4843-A39A-BEFC4DAEBBEC}">
      <dgm:prSet/>
      <dgm:spPr/>
      <dgm:t>
        <a:bodyPr/>
        <a:lstStyle/>
        <a:p>
          <a:endParaRPr lang="en-US"/>
        </a:p>
      </dgm:t>
    </dgm:pt>
    <dgm:pt modelId="{E038564B-3F8F-A342-B8A1-8CB82B6AC726}">
      <dgm:prSet/>
      <dgm:spPr/>
      <dgm:t>
        <a:bodyPr/>
        <a:lstStyle/>
        <a:p>
          <a:r>
            <a:rPr lang="en-PR"/>
            <a:t>Combine</a:t>
          </a:r>
        </a:p>
      </dgm:t>
    </dgm:pt>
    <dgm:pt modelId="{025EB271-AABF-8149-9932-0F0F41D643E5}" type="parTrans" cxnId="{5271D499-B106-3149-BDB1-C66F5D60FFF5}">
      <dgm:prSet/>
      <dgm:spPr/>
      <dgm:t>
        <a:bodyPr/>
        <a:lstStyle/>
        <a:p>
          <a:endParaRPr lang="en-US"/>
        </a:p>
      </dgm:t>
    </dgm:pt>
    <dgm:pt modelId="{1EAA5DD3-D4B6-924F-970A-B1EC4F28E517}" type="sibTrans" cxnId="{5271D499-B106-3149-BDB1-C66F5D60FFF5}">
      <dgm:prSet/>
      <dgm:spPr/>
      <dgm:t>
        <a:bodyPr/>
        <a:lstStyle/>
        <a:p>
          <a:endParaRPr lang="en-US"/>
        </a:p>
      </dgm:t>
    </dgm:pt>
    <dgm:pt modelId="{7F2F5A95-F447-9349-8518-0917D25C7F60}">
      <dgm:prSet/>
      <dgm:spPr/>
      <dgm:t>
        <a:bodyPr/>
        <a:lstStyle/>
        <a:p>
          <a:r>
            <a:rPr lang="en-US" dirty="0"/>
            <a:t>Complex signal x + </a:t>
          </a:r>
          <a:r>
            <a:rPr lang="en-US" dirty="0" err="1"/>
            <a:t>iy</a:t>
          </a:r>
          <a:endParaRPr lang="en-PR" dirty="0"/>
        </a:p>
      </dgm:t>
    </dgm:pt>
    <dgm:pt modelId="{DCEACF87-420D-0A48-9C03-017D4AD9FF3C}" type="parTrans" cxnId="{1931545C-034E-9F4B-BA0D-907F50B140EF}">
      <dgm:prSet/>
      <dgm:spPr/>
      <dgm:t>
        <a:bodyPr/>
        <a:lstStyle/>
        <a:p>
          <a:endParaRPr lang="en-US"/>
        </a:p>
      </dgm:t>
    </dgm:pt>
    <dgm:pt modelId="{C114B068-CE72-384E-88CA-1C33BA36ED4A}" type="sibTrans" cxnId="{1931545C-034E-9F4B-BA0D-907F50B140EF}">
      <dgm:prSet/>
      <dgm:spPr/>
      <dgm:t>
        <a:bodyPr/>
        <a:lstStyle/>
        <a:p>
          <a:endParaRPr lang="en-US"/>
        </a:p>
      </dgm:t>
    </dgm:pt>
    <dgm:pt modelId="{D3A2116F-565A-B446-9D9E-D97E62AE9DB1}">
      <dgm:prSet/>
      <dgm:spPr/>
      <dgm:t>
        <a:bodyPr/>
        <a:lstStyle/>
        <a:p>
          <a:r>
            <a:rPr lang="en-US" dirty="0"/>
            <a:t>Fourier descriptors</a:t>
          </a:r>
          <a:endParaRPr lang="en-PR" dirty="0"/>
        </a:p>
      </dgm:t>
    </dgm:pt>
    <dgm:pt modelId="{05DCE4F3-DA38-804D-A5F8-9514AC131197}" type="parTrans" cxnId="{481C4786-BCDF-9241-9487-4C9781C04CB1}">
      <dgm:prSet/>
      <dgm:spPr/>
      <dgm:t>
        <a:bodyPr/>
        <a:lstStyle/>
        <a:p>
          <a:endParaRPr lang="en-US"/>
        </a:p>
      </dgm:t>
    </dgm:pt>
    <dgm:pt modelId="{71932FDE-1720-9145-A704-979F716521C3}" type="sibTrans" cxnId="{481C4786-BCDF-9241-9487-4C9781C04CB1}">
      <dgm:prSet/>
      <dgm:spPr/>
      <dgm:t>
        <a:bodyPr/>
        <a:lstStyle/>
        <a:p>
          <a:endParaRPr lang="en-US"/>
        </a:p>
      </dgm:t>
    </dgm:pt>
    <dgm:pt modelId="{5A8FC223-5700-2B4B-9741-0E485B4CA61F}">
      <dgm:prSet/>
      <dgm:spPr/>
      <dgm:t>
        <a:bodyPr/>
        <a:lstStyle/>
        <a:p>
          <a:r>
            <a:rPr lang="en-PR" dirty="0"/>
            <a:t>Normalize and keep first N</a:t>
          </a:r>
        </a:p>
      </dgm:t>
    </dgm:pt>
    <dgm:pt modelId="{36359252-F73F-E149-AA29-24B229889C68}" type="parTrans" cxnId="{2CFCCDA9-71A0-7448-84D0-91D6603B3659}">
      <dgm:prSet/>
      <dgm:spPr/>
      <dgm:t>
        <a:bodyPr/>
        <a:lstStyle/>
        <a:p>
          <a:endParaRPr lang="en-US"/>
        </a:p>
      </dgm:t>
    </dgm:pt>
    <dgm:pt modelId="{44915D2F-D270-1E44-9FDF-1DB0BA150D57}" type="sibTrans" cxnId="{2CFCCDA9-71A0-7448-84D0-91D6603B3659}">
      <dgm:prSet/>
      <dgm:spPr/>
      <dgm:t>
        <a:bodyPr/>
        <a:lstStyle/>
        <a:p>
          <a:endParaRPr lang="en-US"/>
        </a:p>
      </dgm:t>
    </dgm:pt>
    <dgm:pt modelId="{7428378C-B32D-424F-A877-2AD392FEE5CC}">
      <dgm:prSet/>
      <dgm:spPr/>
      <dgm:t>
        <a:bodyPr/>
        <a:lstStyle/>
        <a:p>
          <a:r>
            <a:rPr lang="en-US"/>
            <a:t>Compact shape features</a:t>
          </a:r>
          <a:endParaRPr lang="en-PR"/>
        </a:p>
      </dgm:t>
    </dgm:pt>
    <dgm:pt modelId="{0D27955C-D5F4-F346-B2A4-009424344E9F}" type="parTrans" cxnId="{7035779C-81F3-8D41-8229-6FC028F0BD2A}">
      <dgm:prSet/>
      <dgm:spPr/>
      <dgm:t>
        <a:bodyPr/>
        <a:lstStyle/>
        <a:p>
          <a:endParaRPr lang="en-US"/>
        </a:p>
      </dgm:t>
    </dgm:pt>
    <dgm:pt modelId="{1D5572E7-DE91-7C42-94F5-AC0DEEFCB025}" type="sibTrans" cxnId="{7035779C-81F3-8D41-8229-6FC028F0BD2A}">
      <dgm:prSet/>
      <dgm:spPr/>
      <dgm:t>
        <a:bodyPr/>
        <a:lstStyle/>
        <a:p>
          <a:endParaRPr lang="en-US"/>
        </a:p>
      </dgm:t>
    </dgm:pt>
    <dgm:pt modelId="{64385AE1-08CB-E24B-9963-C82C31DCE913}">
      <dgm:prSet/>
      <dgm:spPr/>
      <dgm:t>
        <a:bodyPr/>
        <a:lstStyle/>
        <a:p>
          <a:r>
            <a:rPr lang="en-PR"/>
            <a:t>Split real / imaginary</a:t>
          </a:r>
        </a:p>
      </dgm:t>
    </dgm:pt>
    <dgm:pt modelId="{ADCCA526-9796-2847-9467-41872CACFB8B}" type="parTrans" cxnId="{F4C600E6-9256-5A41-9F4B-D80C7111DA71}">
      <dgm:prSet/>
      <dgm:spPr/>
      <dgm:t>
        <a:bodyPr/>
        <a:lstStyle/>
        <a:p>
          <a:endParaRPr lang="en-US"/>
        </a:p>
      </dgm:t>
    </dgm:pt>
    <dgm:pt modelId="{D232E1DB-D2ED-B147-BF3B-886CEA7331C4}" type="sibTrans" cxnId="{F4C600E6-9256-5A41-9F4B-D80C7111DA71}">
      <dgm:prSet/>
      <dgm:spPr/>
      <dgm:t>
        <a:bodyPr/>
        <a:lstStyle/>
        <a:p>
          <a:endParaRPr lang="en-US"/>
        </a:p>
      </dgm:t>
    </dgm:pt>
    <dgm:pt modelId="{3573D5B3-2C72-DD47-9246-384A98B88FCE}">
      <dgm:prSet/>
      <dgm:spPr/>
      <dgm:t>
        <a:bodyPr/>
        <a:lstStyle/>
        <a:p>
          <a:r>
            <a:rPr lang="en-US"/>
            <a:t>sklearn feature matrix</a:t>
          </a:r>
          <a:br>
            <a:rPr lang="en-US"/>
          </a:br>
          <a:endParaRPr lang="en-PR"/>
        </a:p>
      </dgm:t>
    </dgm:pt>
    <dgm:pt modelId="{C14B2983-9F5A-A347-8B4B-64E0074F7927}" type="parTrans" cxnId="{FA6E1FF9-ED9C-8842-8E5D-1FD7768482C7}">
      <dgm:prSet/>
      <dgm:spPr/>
      <dgm:t>
        <a:bodyPr/>
        <a:lstStyle/>
        <a:p>
          <a:endParaRPr lang="en-US"/>
        </a:p>
      </dgm:t>
    </dgm:pt>
    <dgm:pt modelId="{B7E5D57B-1F5D-8246-A9B2-5629D119A974}" type="sibTrans" cxnId="{FA6E1FF9-ED9C-8842-8E5D-1FD7768482C7}">
      <dgm:prSet/>
      <dgm:spPr/>
      <dgm:t>
        <a:bodyPr/>
        <a:lstStyle/>
        <a:p>
          <a:endParaRPr lang="en-US"/>
        </a:p>
      </dgm:t>
    </dgm:pt>
    <dgm:pt modelId="{DE3F7C52-DEC7-CF46-B9C2-B9AB7A02D51F}">
      <dgm:prSet/>
      <dgm:spPr/>
      <dgm:t>
        <a:bodyPr/>
        <a:lstStyle/>
        <a:p>
          <a:r>
            <a:rPr lang="en-PR" dirty="0"/>
            <a:t>Fourier Transform</a:t>
          </a:r>
        </a:p>
      </dgm:t>
    </dgm:pt>
    <dgm:pt modelId="{D67ADA4C-4D71-4F4C-B71A-717D5B81DD29}" type="parTrans" cxnId="{ACB8F038-63D8-C84A-B702-78914EF9DE66}">
      <dgm:prSet/>
      <dgm:spPr/>
      <dgm:t>
        <a:bodyPr/>
        <a:lstStyle/>
        <a:p>
          <a:endParaRPr lang="en-US"/>
        </a:p>
      </dgm:t>
    </dgm:pt>
    <dgm:pt modelId="{B0B0E8DD-F8F2-6848-A3EE-90C512844D90}" type="sibTrans" cxnId="{ACB8F038-63D8-C84A-B702-78914EF9DE66}">
      <dgm:prSet/>
      <dgm:spPr/>
      <dgm:t>
        <a:bodyPr/>
        <a:lstStyle/>
        <a:p>
          <a:endParaRPr lang="en-US"/>
        </a:p>
      </dgm:t>
    </dgm:pt>
    <dgm:pt modelId="{505255C7-03BB-4344-A6F4-435353580920}" type="pres">
      <dgm:prSet presAssocID="{4F70EA2E-97AC-5B40-98BD-C47B89F252EF}" presName="diagram" presStyleCnt="0">
        <dgm:presLayoutVars>
          <dgm:chPref val="1"/>
          <dgm:dir/>
          <dgm:animOne val="branch"/>
          <dgm:animLvl val="lvl"/>
          <dgm:resizeHandles/>
        </dgm:presLayoutVars>
      </dgm:prSet>
      <dgm:spPr/>
    </dgm:pt>
    <dgm:pt modelId="{148852F4-EF27-5347-9759-814B68E024BA}" type="pres">
      <dgm:prSet presAssocID="{DAD434E9-D08A-0349-8561-BA818EC58CC1}" presName="root" presStyleCnt="0"/>
      <dgm:spPr/>
    </dgm:pt>
    <dgm:pt modelId="{15448CAB-EAC9-F142-B01A-294B0156F749}" type="pres">
      <dgm:prSet presAssocID="{DAD434E9-D08A-0349-8561-BA818EC58CC1}" presName="rootComposite" presStyleCnt="0"/>
      <dgm:spPr/>
    </dgm:pt>
    <dgm:pt modelId="{52CE7C38-C4B3-3F45-AC45-091436813ED0}" type="pres">
      <dgm:prSet presAssocID="{DAD434E9-D08A-0349-8561-BA818EC58CC1}" presName="rootText" presStyleLbl="node1" presStyleIdx="0" presStyleCnt="5"/>
      <dgm:spPr/>
    </dgm:pt>
    <dgm:pt modelId="{8B97E432-89FB-9645-A374-7DAFC87E6698}" type="pres">
      <dgm:prSet presAssocID="{DAD434E9-D08A-0349-8561-BA818EC58CC1}" presName="rootConnector" presStyleLbl="node1" presStyleIdx="0" presStyleCnt="5"/>
      <dgm:spPr/>
    </dgm:pt>
    <dgm:pt modelId="{F0B19E24-9A0B-F648-B3AB-6AC97D294F78}" type="pres">
      <dgm:prSet presAssocID="{DAD434E9-D08A-0349-8561-BA818EC58CC1}" presName="childShape" presStyleCnt="0"/>
      <dgm:spPr/>
    </dgm:pt>
    <dgm:pt modelId="{9FD63A83-9839-6049-923D-3A7BA7710196}" type="pres">
      <dgm:prSet presAssocID="{025EB271-AABF-8149-9932-0F0F41D643E5}" presName="Name13" presStyleLbl="parChTrans1D2" presStyleIdx="0" presStyleCnt="4"/>
      <dgm:spPr/>
    </dgm:pt>
    <dgm:pt modelId="{117F0A2A-B02C-AD41-9B41-F21E8F0BE63D}" type="pres">
      <dgm:prSet presAssocID="{E038564B-3F8F-A342-B8A1-8CB82B6AC726}" presName="childText" presStyleLbl="bgAcc1" presStyleIdx="0" presStyleCnt="4">
        <dgm:presLayoutVars>
          <dgm:bulletEnabled val="1"/>
        </dgm:presLayoutVars>
      </dgm:prSet>
      <dgm:spPr/>
    </dgm:pt>
    <dgm:pt modelId="{171CA62F-584D-9C45-9751-8FAC31A9DD5C}" type="pres">
      <dgm:prSet presAssocID="{7F2F5A95-F447-9349-8518-0917D25C7F60}" presName="root" presStyleCnt="0"/>
      <dgm:spPr/>
    </dgm:pt>
    <dgm:pt modelId="{BA3933DC-4ACF-B749-81E4-82DA789440FE}" type="pres">
      <dgm:prSet presAssocID="{7F2F5A95-F447-9349-8518-0917D25C7F60}" presName="rootComposite" presStyleCnt="0"/>
      <dgm:spPr/>
    </dgm:pt>
    <dgm:pt modelId="{2C984CF6-1B8D-AC40-A511-3286C9CDC68A}" type="pres">
      <dgm:prSet presAssocID="{7F2F5A95-F447-9349-8518-0917D25C7F60}" presName="rootText" presStyleLbl="node1" presStyleIdx="1" presStyleCnt="5"/>
      <dgm:spPr/>
    </dgm:pt>
    <dgm:pt modelId="{A05FA0B5-0DA7-5E42-AC25-F7E7C0F34A34}" type="pres">
      <dgm:prSet presAssocID="{7F2F5A95-F447-9349-8518-0917D25C7F60}" presName="rootConnector" presStyleLbl="node1" presStyleIdx="1" presStyleCnt="5"/>
      <dgm:spPr/>
    </dgm:pt>
    <dgm:pt modelId="{B4E559E1-5EF5-B84D-83EE-39F3DFC6D96C}" type="pres">
      <dgm:prSet presAssocID="{7F2F5A95-F447-9349-8518-0917D25C7F60}" presName="childShape" presStyleCnt="0"/>
      <dgm:spPr/>
    </dgm:pt>
    <dgm:pt modelId="{63E4607D-ED86-6C48-B637-EE61F2476EC0}" type="pres">
      <dgm:prSet presAssocID="{D67ADA4C-4D71-4F4C-B71A-717D5B81DD29}" presName="Name13" presStyleLbl="parChTrans1D2" presStyleIdx="1" presStyleCnt="4"/>
      <dgm:spPr/>
    </dgm:pt>
    <dgm:pt modelId="{F08F7B87-507B-C447-8C18-CD7CCE6A5FE3}" type="pres">
      <dgm:prSet presAssocID="{DE3F7C52-DEC7-CF46-B9C2-B9AB7A02D51F}" presName="childText" presStyleLbl="bgAcc1" presStyleIdx="1" presStyleCnt="4">
        <dgm:presLayoutVars>
          <dgm:bulletEnabled val="1"/>
        </dgm:presLayoutVars>
      </dgm:prSet>
      <dgm:spPr/>
    </dgm:pt>
    <dgm:pt modelId="{019F5F0A-AFC1-864C-B8D3-06ED4C9401F1}" type="pres">
      <dgm:prSet presAssocID="{D3A2116F-565A-B446-9D9E-D97E62AE9DB1}" presName="root" presStyleCnt="0"/>
      <dgm:spPr/>
    </dgm:pt>
    <dgm:pt modelId="{774A7758-EFC1-F147-8F95-E317B33A6780}" type="pres">
      <dgm:prSet presAssocID="{D3A2116F-565A-B446-9D9E-D97E62AE9DB1}" presName="rootComposite" presStyleCnt="0"/>
      <dgm:spPr/>
    </dgm:pt>
    <dgm:pt modelId="{A064882C-36FD-0247-A7A8-F7C29FD26C5D}" type="pres">
      <dgm:prSet presAssocID="{D3A2116F-565A-B446-9D9E-D97E62AE9DB1}" presName="rootText" presStyleLbl="node1" presStyleIdx="2" presStyleCnt="5"/>
      <dgm:spPr/>
    </dgm:pt>
    <dgm:pt modelId="{A3B2D32A-22BF-1846-814D-DDF16CD2E9BF}" type="pres">
      <dgm:prSet presAssocID="{D3A2116F-565A-B446-9D9E-D97E62AE9DB1}" presName="rootConnector" presStyleLbl="node1" presStyleIdx="2" presStyleCnt="5"/>
      <dgm:spPr/>
    </dgm:pt>
    <dgm:pt modelId="{AD397244-ADDB-5644-BA0C-318E29161B52}" type="pres">
      <dgm:prSet presAssocID="{D3A2116F-565A-B446-9D9E-D97E62AE9DB1}" presName="childShape" presStyleCnt="0"/>
      <dgm:spPr/>
    </dgm:pt>
    <dgm:pt modelId="{4415169A-49D7-0349-9593-1AA89E7A698B}" type="pres">
      <dgm:prSet presAssocID="{36359252-F73F-E149-AA29-24B229889C68}" presName="Name13" presStyleLbl="parChTrans1D2" presStyleIdx="2" presStyleCnt="4"/>
      <dgm:spPr/>
    </dgm:pt>
    <dgm:pt modelId="{34BF18D0-2550-A548-95A1-A21DFBE9E631}" type="pres">
      <dgm:prSet presAssocID="{5A8FC223-5700-2B4B-9741-0E485B4CA61F}" presName="childText" presStyleLbl="bgAcc1" presStyleIdx="2" presStyleCnt="4">
        <dgm:presLayoutVars>
          <dgm:bulletEnabled val="1"/>
        </dgm:presLayoutVars>
      </dgm:prSet>
      <dgm:spPr/>
    </dgm:pt>
    <dgm:pt modelId="{525BEE07-F04A-2A46-8DA2-62C68FAC1F9F}" type="pres">
      <dgm:prSet presAssocID="{7428378C-B32D-424F-A877-2AD392FEE5CC}" presName="root" presStyleCnt="0"/>
      <dgm:spPr/>
    </dgm:pt>
    <dgm:pt modelId="{5C0726AC-C5C8-A345-81A2-83A2B31D779F}" type="pres">
      <dgm:prSet presAssocID="{7428378C-B32D-424F-A877-2AD392FEE5CC}" presName="rootComposite" presStyleCnt="0"/>
      <dgm:spPr/>
    </dgm:pt>
    <dgm:pt modelId="{5F4EB91E-1DA6-7A4E-911B-3FF0CA947F3C}" type="pres">
      <dgm:prSet presAssocID="{7428378C-B32D-424F-A877-2AD392FEE5CC}" presName="rootText" presStyleLbl="node1" presStyleIdx="3" presStyleCnt="5"/>
      <dgm:spPr/>
    </dgm:pt>
    <dgm:pt modelId="{9858483C-7303-9B47-B2C3-BF4312B71D01}" type="pres">
      <dgm:prSet presAssocID="{7428378C-B32D-424F-A877-2AD392FEE5CC}" presName="rootConnector" presStyleLbl="node1" presStyleIdx="3" presStyleCnt="5"/>
      <dgm:spPr/>
    </dgm:pt>
    <dgm:pt modelId="{BC67E390-1209-D14B-A307-4DEFA5D70D77}" type="pres">
      <dgm:prSet presAssocID="{7428378C-B32D-424F-A877-2AD392FEE5CC}" presName="childShape" presStyleCnt="0"/>
      <dgm:spPr/>
    </dgm:pt>
    <dgm:pt modelId="{2CB4FC71-BC4E-E748-946B-FFD483892309}" type="pres">
      <dgm:prSet presAssocID="{ADCCA526-9796-2847-9467-41872CACFB8B}" presName="Name13" presStyleLbl="parChTrans1D2" presStyleIdx="3" presStyleCnt="4"/>
      <dgm:spPr/>
    </dgm:pt>
    <dgm:pt modelId="{921BA2FE-B6C8-3041-A6B7-77C3F50E0B63}" type="pres">
      <dgm:prSet presAssocID="{64385AE1-08CB-E24B-9963-C82C31DCE913}" presName="childText" presStyleLbl="bgAcc1" presStyleIdx="3" presStyleCnt="4">
        <dgm:presLayoutVars>
          <dgm:bulletEnabled val="1"/>
        </dgm:presLayoutVars>
      </dgm:prSet>
      <dgm:spPr/>
    </dgm:pt>
    <dgm:pt modelId="{BC02C1B9-60B6-E649-85B6-5D264AB7EDF7}" type="pres">
      <dgm:prSet presAssocID="{3573D5B3-2C72-DD47-9246-384A98B88FCE}" presName="root" presStyleCnt="0"/>
      <dgm:spPr/>
    </dgm:pt>
    <dgm:pt modelId="{C5A0C9A9-22D3-F649-A629-3A9EC9E3E2F5}" type="pres">
      <dgm:prSet presAssocID="{3573D5B3-2C72-DD47-9246-384A98B88FCE}" presName="rootComposite" presStyleCnt="0"/>
      <dgm:spPr/>
    </dgm:pt>
    <dgm:pt modelId="{A049008E-818F-A845-809A-77F34E67E3DB}" type="pres">
      <dgm:prSet presAssocID="{3573D5B3-2C72-DD47-9246-384A98B88FCE}" presName="rootText" presStyleLbl="node1" presStyleIdx="4" presStyleCnt="5"/>
      <dgm:spPr/>
    </dgm:pt>
    <dgm:pt modelId="{8C853A73-B87B-1843-B216-9A4F2F36879F}" type="pres">
      <dgm:prSet presAssocID="{3573D5B3-2C72-DD47-9246-384A98B88FCE}" presName="rootConnector" presStyleLbl="node1" presStyleIdx="4" presStyleCnt="5"/>
      <dgm:spPr/>
    </dgm:pt>
    <dgm:pt modelId="{87F269BB-C380-8243-93A7-C2BA6C977A5A}" type="pres">
      <dgm:prSet presAssocID="{3573D5B3-2C72-DD47-9246-384A98B88FCE}" presName="childShape" presStyleCnt="0"/>
      <dgm:spPr/>
    </dgm:pt>
  </dgm:ptLst>
  <dgm:cxnLst>
    <dgm:cxn modelId="{4BB07B14-0754-2E4E-90B3-93C72709911D}" type="presOf" srcId="{36359252-F73F-E149-AA29-24B229889C68}" destId="{4415169A-49D7-0349-9593-1AA89E7A698B}" srcOrd="0" destOrd="0" presId="urn:microsoft.com/office/officeart/2005/8/layout/hierarchy3"/>
    <dgm:cxn modelId="{E96A5418-25E2-4347-8A2C-39B4663CA0D3}" type="presOf" srcId="{7428378C-B32D-424F-A877-2AD392FEE5CC}" destId="{9858483C-7303-9B47-B2C3-BF4312B71D01}" srcOrd="1" destOrd="0" presId="urn:microsoft.com/office/officeart/2005/8/layout/hierarchy3"/>
    <dgm:cxn modelId="{1D7EF81B-BC86-5F4C-8B6D-98A7668263B3}" type="presOf" srcId="{D67ADA4C-4D71-4F4C-B71A-717D5B81DD29}" destId="{63E4607D-ED86-6C48-B637-EE61F2476EC0}" srcOrd="0" destOrd="0" presId="urn:microsoft.com/office/officeart/2005/8/layout/hierarchy3"/>
    <dgm:cxn modelId="{ACB8F038-63D8-C84A-B702-78914EF9DE66}" srcId="{7F2F5A95-F447-9349-8518-0917D25C7F60}" destId="{DE3F7C52-DEC7-CF46-B9C2-B9AB7A02D51F}" srcOrd="0" destOrd="0" parTransId="{D67ADA4C-4D71-4F4C-B71A-717D5B81DD29}" sibTransId="{B0B0E8DD-F8F2-6848-A3EE-90C512844D90}"/>
    <dgm:cxn modelId="{E1AC1D3E-21C1-CD47-9528-729CF56E8F73}" type="presOf" srcId="{7428378C-B32D-424F-A877-2AD392FEE5CC}" destId="{5F4EB91E-1DA6-7A4E-911B-3FF0CA947F3C}" srcOrd="0" destOrd="0" presId="urn:microsoft.com/office/officeart/2005/8/layout/hierarchy3"/>
    <dgm:cxn modelId="{8F78D042-5C83-204A-A347-1F4C823BF22B}" type="presOf" srcId="{DE3F7C52-DEC7-CF46-B9C2-B9AB7A02D51F}" destId="{F08F7B87-507B-C447-8C18-CD7CCE6A5FE3}" srcOrd="0" destOrd="0" presId="urn:microsoft.com/office/officeart/2005/8/layout/hierarchy3"/>
    <dgm:cxn modelId="{1931545C-034E-9F4B-BA0D-907F50B140EF}" srcId="{4F70EA2E-97AC-5B40-98BD-C47B89F252EF}" destId="{7F2F5A95-F447-9349-8518-0917D25C7F60}" srcOrd="1" destOrd="0" parTransId="{DCEACF87-420D-0A48-9C03-017D4AD9FF3C}" sibTransId="{C114B068-CE72-384E-88CA-1C33BA36ED4A}"/>
    <dgm:cxn modelId="{1746AD6D-2468-EF4E-811F-529BEF07145F}" type="presOf" srcId="{D3A2116F-565A-B446-9D9E-D97E62AE9DB1}" destId="{A3B2D32A-22BF-1846-814D-DDF16CD2E9BF}" srcOrd="1" destOrd="0" presId="urn:microsoft.com/office/officeart/2005/8/layout/hierarchy3"/>
    <dgm:cxn modelId="{2135A780-2B9F-9740-84BB-9A85A0120B1C}" type="presOf" srcId="{3573D5B3-2C72-DD47-9246-384A98B88FCE}" destId="{A049008E-818F-A845-809A-77F34E67E3DB}" srcOrd="0" destOrd="0" presId="urn:microsoft.com/office/officeart/2005/8/layout/hierarchy3"/>
    <dgm:cxn modelId="{1EAF2086-D60A-4843-A39A-BEFC4DAEBBEC}" srcId="{4F70EA2E-97AC-5B40-98BD-C47B89F252EF}" destId="{DAD434E9-D08A-0349-8561-BA818EC58CC1}" srcOrd="0" destOrd="0" parTransId="{C095E92E-FB41-0245-A76A-0F146BCA55F0}" sibTransId="{B9C25724-930C-3D46-99BB-F78E0E258C44}"/>
    <dgm:cxn modelId="{481C4786-BCDF-9241-9487-4C9781C04CB1}" srcId="{4F70EA2E-97AC-5B40-98BD-C47B89F252EF}" destId="{D3A2116F-565A-B446-9D9E-D97E62AE9DB1}" srcOrd="2" destOrd="0" parTransId="{05DCE4F3-DA38-804D-A5F8-9514AC131197}" sibTransId="{71932FDE-1720-9145-A704-979F716521C3}"/>
    <dgm:cxn modelId="{0306528B-87C1-0344-90F9-42B669051E43}" type="presOf" srcId="{E038564B-3F8F-A342-B8A1-8CB82B6AC726}" destId="{117F0A2A-B02C-AD41-9B41-F21E8F0BE63D}" srcOrd="0" destOrd="0" presId="urn:microsoft.com/office/officeart/2005/8/layout/hierarchy3"/>
    <dgm:cxn modelId="{DAC91F8F-5200-434D-8805-8A2C4AC3CD25}" type="presOf" srcId="{3573D5B3-2C72-DD47-9246-384A98B88FCE}" destId="{8C853A73-B87B-1843-B216-9A4F2F36879F}" srcOrd="1" destOrd="0" presId="urn:microsoft.com/office/officeart/2005/8/layout/hierarchy3"/>
    <dgm:cxn modelId="{EE8B5E96-3018-1B46-B72A-259FD873DD13}" type="presOf" srcId="{DAD434E9-D08A-0349-8561-BA818EC58CC1}" destId="{52CE7C38-C4B3-3F45-AC45-091436813ED0}" srcOrd="0" destOrd="0" presId="urn:microsoft.com/office/officeart/2005/8/layout/hierarchy3"/>
    <dgm:cxn modelId="{5271D499-B106-3149-BDB1-C66F5D60FFF5}" srcId="{DAD434E9-D08A-0349-8561-BA818EC58CC1}" destId="{E038564B-3F8F-A342-B8A1-8CB82B6AC726}" srcOrd="0" destOrd="0" parTransId="{025EB271-AABF-8149-9932-0F0F41D643E5}" sibTransId="{1EAA5DD3-D4B6-924F-970A-B1EC4F28E517}"/>
    <dgm:cxn modelId="{7035779C-81F3-8D41-8229-6FC028F0BD2A}" srcId="{4F70EA2E-97AC-5B40-98BD-C47B89F252EF}" destId="{7428378C-B32D-424F-A877-2AD392FEE5CC}" srcOrd="3" destOrd="0" parTransId="{0D27955C-D5F4-F346-B2A4-009424344E9F}" sibTransId="{1D5572E7-DE91-7C42-94F5-AC0DEEFCB025}"/>
    <dgm:cxn modelId="{E3E4559D-135E-8C47-AB01-6EA05AB32F05}" type="presOf" srcId="{DAD434E9-D08A-0349-8561-BA818EC58CC1}" destId="{8B97E432-89FB-9645-A374-7DAFC87E6698}" srcOrd="1" destOrd="0" presId="urn:microsoft.com/office/officeart/2005/8/layout/hierarchy3"/>
    <dgm:cxn modelId="{31D939A5-5CD4-B04F-9A79-730398497C8C}" type="presOf" srcId="{D3A2116F-565A-B446-9D9E-D97E62AE9DB1}" destId="{A064882C-36FD-0247-A7A8-F7C29FD26C5D}" srcOrd="0" destOrd="0" presId="urn:microsoft.com/office/officeart/2005/8/layout/hierarchy3"/>
    <dgm:cxn modelId="{2CFCCDA9-71A0-7448-84D0-91D6603B3659}" srcId="{D3A2116F-565A-B446-9D9E-D97E62AE9DB1}" destId="{5A8FC223-5700-2B4B-9741-0E485B4CA61F}" srcOrd="0" destOrd="0" parTransId="{36359252-F73F-E149-AA29-24B229889C68}" sibTransId="{44915D2F-D270-1E44-9FDF-1DB0BA150D57}"/>
    <dgm:cxn modelId="{DD09D8CE-795B-6447-ACFD-0D5ED715D08D}" type="presOf" srcId="{7F2F5A95-F447-9349-8518-0917D25C7F60}" destId="{A05FA0B5-0DA7-5E42-AC25-F7E7C0F34A34}" srcOrd="1" destOrd="0" presId="urn:microsoft.com/office/officeart/2005/8/layout/hierarchy3"/>
    <dgm:cxn modelId="{F90A96D0-4A35-3C45-949B-5B3AEAE52849}" type="presOf" srcId="{ADCCA526-9796-2847-9467-41872CACFB8B}" destId="{2CB4FC71-BC4E-E748-946B-FFD483892309}" srcOrd="0" destOrd="0" presId="urn:microsoft.com/office/officeart/2005/8/layout/hierarchy3"/>
    <dgm:cxn modelId="{30FCD2D4-A0EA-5342-A9C2-DC7DFD3CEDF2}" type="presOf" srcId="{64385AE1-08CB-E24B-9963-C82C31DCE913}" destId="{921BA2FE-B6C8-3041-A6B7-77C3F50E0B63}" srcOrd="0" destOrd="0" presId="urn:microsoft.com/office/officeart/2005/8/layout/hierarchy3"/>
    <dgm:cxn modelId="{E41056D8-4E5C-074B-AEE6-B91DC5E14730}" type="presOf" srcId="{7F2F5A95-F447-9349-8518-0917D25C7F60}" destId="{2C984CF6-1B8D-AC40-A511-3286C9CDC68A}" srcOrd="0" destOrd="0" presId="urn:microsoft.com/office/officeart/2005/8/layout/hierarchy3"/>
    <dgm:cxn modelId="{C096C0D9-D5D6-3D40-8577-F2CFCADFD1D9}" type="presOf" srcId="{025EB271-AABF-8149-9932-0F0F41D643E5}" destId="{9FD63A83-9839-6049-923D-3A7BA7710196}" srcOrd="0" destOrd="0" presId="urn:microsoft.com/office/officeart/2005/8/layout/hierarchy3"/>
    <dgm:cxn modelId="{5170ABE3-E73D-2C4B-9D6A-F1D4ADD5AA36}" type="presOf" srcId="{4F70EA2E-97AC-5B40-98BD-C47B89F252EF}" destId="{505255C7-03BB-4344-A6F4-435353580920}" srcOrd="0" destOrd="0" presId="urn:microsoft.com/office/officeart/2005/8/layout/hierarchy3"/>
    <dgm:cxn modelId="{F4C600E6-9256-5A41-9F4B-D80C7111DA71}" srcId="{7428378C-B32D-424F-A877-2AD392FEE5CC}" destId="{64385AE1-08CB-E24B-9963-C82C31DCE913}" srcOrd="0" destOrd="0" parTransId="{ADCCA526-9796-2847-9467-41872CACFB8B}" sibTransId="{D232E1DB-D2ED-B147-BF3B-886CEA7331C4}"/>
    <dgm:cxn modelId="{FA6E1FF9-ED9C-8842-8E5D-1FD7768482C7}" srcId="{4F70EA2E-97AC-5B40-98BD-C47B89F252EF}" destId="{3573D5B3-2C72-DD47-9246-384A98B88FCE}" srcOrd="4" destOrd="0" parTransId="{C14B2983-9F5A-A347-8B4B-64E0074F7927}" sibTransId="{B7E5D57B-1F5D-8246-A9B2-5629D119A974}"/>
    <dgm:cxn modelId="{FE7764FD-56E3-2944-80E3-FD7B90D8600D}" type="presOf" srcId="{5A8FC223-5700-2B4B-9741-0E485B4CA61F}" destId="{34BF18D0-2550-A548-95A1-A21DFBE9E631}" srcOrd="0" destOrd="0" presId="urn:microsoft.com/office/officeart/2005/8/layout/hierarchy3"/>
    <dgm:cxn modelId="{5511C245-E4EB-1442-9A38-8F47E237FE39}" type="presParOf" srcId="{505255C7-03BB-4344-A6F4-435353580920}" destId="{148852F4-EF27-5347-9759-814B68E024BA}" srcOrd="0" destOrd="0" presId="urn:microsoft.com/office/officeart/2005/8/layout/hierarchy3"/>
    <dgm:cxn modelId="{BC219FF6-A933-034C-92A2-808197A491EB}" type="presParOf" srcId="{148852F4-EF27-5347-9759-814B68E024BA}" destId="{15448CAB-EAC9-F142-B01A-294B0156F749}" srcOrd="0" destOrd="0" presId="urn:microsoft.com/office/officeart/2005/8/layout/hierarchy3"/>
    <dgm:cxn modelId="{F8B2993E-1B52-BE4E-9913-00A5117BCF82}" type="presParOf" srcId="{15448CAB-EAC9-F142-B01A-294B0156F749}" destId="{52CE7C38-C4B3-3F45-AC45-091436813ED0}" srcOrd="0" destOrd="0" presId="urn:microsoft.com/office/officeart/2005/8/layout/hierarchy3"/>
    <dgm:cxn modelId="{873AD63F-CAF8-5745-9B01-A03174792F52}" type="presParOf" srcId="{15448CAB-EAC9-F142-B01A-294B0156F749}" destId="{8B97E432-89FB-9645-A374-7DAFC87E6698}" srcOrd="1" destOrd="0" presId="urn:microsoft.com/office/officeart/2005/8/layout/hierarchy3"/>
    <dgm:cxn modelId="{E9E03A0A-FC73-9A4F-8613-37779AC4B52F}" type="presParOf" srcId="{148852F4-EF27-5347-9759-814B68E024BA}" destId="{F0B19E24-9A0B-F648-B3AB-6AC97D294F78}" srcOrd="1" destOrd="0" presId="urn:microsoft.com/office/officeart/2005/8/layout/hierarchy3"/>
    <dgm:cxn modelId="{8906D024-2600-484C-8DF4-A81AEFBD1064}" type="presParOf" srcId="{F0B19E24-9A0B-F648-B3AB-6AC97D294F78}" destId="{9FD63A83-9839-6049-923D-3A7BA7710196}" srcOrd="0" destOrd="0" presId="urn:microsoft.com/office/officeart/2005/8/layout/hierarchy3"/>
    <dgm:cxn modelId="{673854E9-05E3-AA4B-8BAB-742DB3A5AD6E}" type="presParOf" srcId="{F0B19E24-9A0B-F648-B3AB-6AC97D294F78}" destId="{117F0A2A-B02C-AD41-9B41-F21E8F0BE63D}" srcOrd="1" destOrd="0" presId="urn:microsoft.com/office/officeart/2005/8/layout/hierarchy3"/>
    <dgm:cxn modelId="{D3D3704B-FB73-E449-AF44-E1C8A2105992}" type="presParOf" srcId="{505255C7-03BB-4344-A6F4-435353580920}" destId="{171CA62F-584D-9C45-9751-8FAC31A9DD5C}" srcOrd="1" destOrd="0" presId="urn:microsoft.com/office/officeart/2005/8/layout/hierarchy3"/>
    <dgm:cxn modelId="{CFBA9460-4300-5E40-894E-59064CF3B9B8}" type="presParOf" srcId="{171CA62F-584D-9C45-9751-8FAC31A9DD5C}" destId="{BA3933DC-4ACF-B749-81E4-82DA789440FE}" srcOrd="0" destOrd="0" presId="urn:microsoft.com/office/officeart/2005/8/layout/hierarchy3"/>
    <dgm:cxn modelId="{64ED2AE8-DDEC-5942-83BF-E2900182DC17}" type="presParOf" srcId="{BA3933DC-4ACF-B749-81E4-82DA789440FE}" destId="{2C984CF6-1B8D-AC40-A511-3286C9CDC68A}" srcOrd="0" destOrd="0" presId="urn:microsoft.com/office/officeart/2005/8/layout/hierarchy3"/>
    <dgm:cxn modelId="{20474F78-2125-F349-86F5-2F9F12B67AA0}" type="presParOf" srcId="{BA3933DC-4ACF-B749-81E4-82DA789440FE}" destId="{A05FA0B5-0DA7-5E42-AC25-F7E7C0F34A34}" srcOrd="1" destOrd="0" presId="urn:microsoft.com/office/officeart/2005/8/layout/hierarchy3"/>
    <dgm:cxn modelId="{B21E7C1A-DA8D-2743-BBDA-4AEF277CD724}" type="presParOf" srcId="{171CA62F-584D-9C45-9751-8FAC31A9DD5C}" destId="{B4E559E1-5EF5-B84D-83EE-39F3DFC6D96C}" srcOrd="1" destOrd="0" presId="urn:microsoft.com/office/officeart/2005/8/layout/hierarchy3"/>
    <dgm:cxn modelId="{3D6FE98A-D912-2F49-AD57-EBD417A6E17E}" type="presParOf" srcId="{B4E559E1-5EF5-B84D-83EE-39F3DFC6D96C}" destId="{63E4607D-ED86-6C48-B637-EE61F2476EC0}" srcOrd="0" destOrd="0" presId="urn:microsoft.com/office/officeart/2005/8/layout/hierarchy3"/>
    <dgm:cxn modelId="{77135D88-FD6D-364C-A8F5-8A07C7A8E93C}" type="presParOf" srcId="{B4E559E1-5EF5-B84D-83EE-39F3DFC6D96C}" destId="{F08F7B87-507B-C447-8C18-CD7CCE6A5FE3}" srcOrd="1" destOrd="0" presId="urn:microsoft.com/office/officeart/2005/8/layout/hierarchy3"/>
    <dgm:cxn modelId="{0A30EC15-226B-674C-BEF6-D6D85EB6B0BD}" type="presParOf" srcId="{505255C7-03BB-4344-A6F4-435353580920}" destId="{019F5F0A-AFC1-864C-B8D3-06ED4C9401F1}" srcOrd="2" destOrd="0" presId="urn:microsoft.com/office/officeart/2005/8/layout/hierarchy3"/>
    <dgm:cxn modelId="{D267686D-E9BE-304E-AF00-066982083A78}" type="presParOf" srcId="{019F5F0A-AFC1-864C-B8D3-06ED4C9401F1}" destId="{774A7758-EFC1-F147-8F95-E317B33A6780}" srcOrd="0" destOrd="0" presId="urn:microsoft.com/office/officeart/2005/8/layout/hierarchy3"/>
    <dgm:cxn modelId="{B1EB92CE-6077-1945-9B83-4C8434C34D33}" type="presParOf" srcId="{774A7758-EFC1-F147-8F95-E317B33A6780}" destId="{A064882C-36FD-0247-A7A8-F7C29FD26C5D}" srcOrd="0" destOrd="0" presId="urn:microsoft.com/office/officeart/2005/8/layout/hierarchy3"/>
    <dgm:cxn modelId="{8D46C344-2C08-524A-8410-30ED4985B9FA}" type="presParOf" srcId="{774A7758-EFC1-F147-8F95-E317B33A6780}" destId="{A3B2D32A-22BF-1846-814D-DDF16CD2E9BF}" srcOrd="1" destOrd="0" presId="urn:microsoft.com/office/officeart/2005/8/layout/hierarchy3"/>
    <dgm:cxn modelId="{F803F301-4AF4-1E4F-92CB-535ED749A41E}" type="presParOf" srcId="{019F5F0A-AFC1-864C-B8D3-06ED4C9401F1}" destId="{AD397244-ADDB-5644-BA0C-318E29161B52}" srcOrd="1" destOrd="0" presId="urn:microsoft.com/office/officeart/2005/8/layout/hierarchy3"/>
    <dgm:cxn modelId="{E4C660CB-2F5F-0A4C-8A8F-B03EB4FE97C3}" type="presParOf" srcId="{AD397244-ADDB-5644-BA0C-318E29161B52}" destId="{4415169A-49D7-0349-9593-1AA89E7A698B}" srcOrd="0" destOrd="0" presId="urn:microsoft.com/office/officeart/2005/8/layout/hierarchy3"/>
    <dgm:cxn modelId="{822B1B65-DF81-FA44-9AA9-B600BF15F1A9}" type="presParOf" srcId="{AD397244-ADDB-5644-BA0C-318E29161B52}" destId="{34BF18D0-2550-A548-95A1-A21DFBE9E631}" srcOrd="1" destOrd="0" presId="urn:microsoft.com/office/officeart/2005/8/layout/hierarchy3"/>
    <dgm:cxn modelId="{A45EE44C-AD62-924D-A5AC-422660DC9B47}" type="presParOf" srcId="{505255C7-03BB-4344-A6F4-435353580920}" destId="{525BEE07-F04A-2A46-8DA2-62C68FAC1F9F}" srcOrd="3" destOrd="0" presId="urn:microsoft.com/office/officeart/2005/8/layout/hierarchy3"/>
    <dgm:cxn modelId="{E02AC5EA-4DCA-7547-8399-9A53985664F0}" type="presParOf" srcId="{525BEE07-F04A-2A46-8DA2-62C68FAC1F9F}" destId="{5C0726AC-C5C8-A345-81A2-83A2B31D779F}" srcOrd="0" destOrd="0" presId="urn:microsoft.com/office/officeart/2005/8/layout/hierarchy3"/>
    <dgm:cxn modelId="{7960AA39-CD7C-A441-9C63-1134D50433DF}" type="presParOf" srcId="{5C0726AC-C5C8-A345-81A2-83A2B31D779F}" destId="{5F4EB91E-1DA6-7A4E-911B-3FF0CA947F3C}" srcOrd="0" destOrd="0" presId="urn:microsoft.com/office/officeart/2005/8/layout/hierarchy3"/>
    <dgm:cxn modelId="{8DC897DC-30F8-0742-8EBA-488D39C19610}" type="presParOf" srcId="{5C0726AC-C5C8-A345-81A2-83A2B31D779F}" destId="{9858483C-7303-9B47-B2C3-BF4312B71D01}" srcOrd="1" destOrd="0" presId="urn:microsoft.com/office/officeart/2005/8/layout/hierarchy3"/>
    <dgm:cxn modelId="{06D7BC2C-0D98-C04E-9AB3-621E267DCBCA}" type="presParOf" srcId="{525BEE07-F04A-2A46-8DA2-62C68FAC1F9F}" destId="{BC67E390-1209-D14B-A307-4DEFA5D70D77}" srcOrd="1" destOrd="0" presId="urn:microsoft.com/office/officeart/2005/8/layout/hierarchy3"/>
    <dgm:cxn modelId="{F4201DC1-B50E-A442-AA8F-81A37F5FF094}" type="presParOf" srcId="{BC67E390-1209-D14B-A307-4DEFA5D70D77}" destId="{2CB4FC71-BC4E-E748-946B-FFD483892309}" srcOrd="0" destOrd="0" presId="urn:microsoft.com/office/officeart/2005/8/layout/hierarchy3"/>
    <dgm:cxn modelId="{FB8B5337-AE68-AF45-93D3-E16A3A5C98ED}" type="presParOf" srcId="{BC67E390-1209-D14B-A307-4DEFA5D70D77}" destId="{921BA2FE-B6C8-3041-A6B7-77C3F50E0B63}" srcOrd="1" destOrd="0" presId="urn:microsoft.com/office/officeart/2005/8/layout/hierarchy3"/>
    <dgm:cxn modelId="{442799B8-5766-8040-B1EF-43A79065462C}" type="presParOf" srcId="{505255C7-03BB-4344-A6F4-435353580920}" destId="{BC02C1B9-60B6-E649-85B6-5D264AB7EDF7}" srcOrd="4" destOrd="0" presId="urn:microsoft.com/office/officeart/2005/8/layout/hierarchy3"/>
    <dgm:cxn modelId="{1EED0F61-0B6C-F14D-B988-3F3305B7F58D}" type="presParOf" srcId="{BC02C1B9-60B6-E649-85B6-5D264AB7EDF7}" destId="{C5A0C9A9-22D3-F649-A629-3A9EC9E3E2F5}" srcOrd="0" destOrd="0" presId="urn:microsoft.com/office/officeart/2005/8/layout/hierarchy3"/>
    <dgm:cxn modelId="{99C130D7-D5B7-0D4E-9EAE-82D48F2A8AB4}" type="presParOf" srcId="{C5A0C9A9-22D3-F649-A629-3A9EC9E3E2F5}" destId="{A049008E-818F-A845-809A-77F34E67E3DB}" srcOrd="0" destOrd="0" presId="urn:microsoft.com/office/officeart/2005/8/layout/hierarchy3"/>
    <dgm:cxn modelId="{22242A5B-96E5-884B-B530-D03A926F51A3}" type="presParOf" srcId="{C5A0C9A9-22D3-F649-A629-3A9EC9E3E2F5}" destId="{8C853A73-B87B-1843-B216-9A4F2F36879F}" srcOrd="1" destOrd="0" presId="urn:microsoft.com/office/officeart/2005/8/layout/hierarchy3"/>
    <dgm:cxn modelId="{E0399751-FD11-8646-AE77-2BFCCBE4CAF2}" type="presParOf" srcId="{BC02C1B9-60B6-E649-85B6-5D264AB7EDF7}" destId="{87F269BB-C380-8243-93A7-C2BA6C977A5A}"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CE7C38-C4B3-3F45-AC45-091436813ED0}">
      <dsp:nvSpPr>
        <dsp:cNvPr id="0" name=""/>
        <dsp:cNvSpPr/>
      </dsp:nvSpPr>
      <dsp:spPr>
        <a:xfrm>
          <a:off x="5308" y="1157446"/>
          <a:ext cx="1810174" cy="90508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a:t>Contour points (x, y)</a:t>
          </a:r>
          <a:endParaRPr lang="en-PR" sz="1900" kern="1200"/>
        </a:p>
      </dsp:txBody>
      <dsp:txXfrm>
        <a:off x="31817" y="1183955"/>
        <a:ext cx="1757156" cy="852069"/>
      </dsp:txXfrm>
    </dsp:sp>
    <dsp:sp modelId="{9FD63A83-9839-6049-923D-3A7BA7710196}">
      <dsp:nvSpPr>
        <dsp:cNvPr id="0" name=""/>
        <dsp:cNvSpPr/>
      </dsp:nvSpPr>
      <dsp:spPr>
        <a:xfrm>
          <a:off x="186325" y="2062533"/>
          <a:ext cx="181017" cy="678815"/>
        </a:xfrm>
        <a:custGeom>
          <a:avLst/>
          <a:gdLst/>
          <a:ahLst/>
          <a:cxnLst/>
          <a:rect l="0" t="0" r="0" b="0"/>
          <a:pathLst>
            <a:path>
              <a:moveTo>
                <a:pt x="0" y="0"/>
              </a:moveTo>
              <a:lnTo>
                <a:pt x="0" y="678815"/>
              </a:lnTo>
              <a:lnTo>
                <a:pt x="181017" y="67881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7F0A2A-B02C-AD41-9B41-F21E8F0BE63D}">
      <dsp:nvSpPr>
        <dsp:cNvPr id="0" name=""/>
        <dsp:cNvSpPr/>
      </dsp:nvSpPr>
      <dsp:spPr>
        <a:xfrm>
          <a:off x="367343" y="2288804"/>
          <a:ext cx="1448139" cy="90508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PR" sz="1900" kern="1200"/>
            <a:t>Combine</a:t>
          </a:r>
        </a:p>
      </dsp:txBody>
      <dsp:txXfrm>
        <a:off x="393852" y="2315313"/>
        <a:ext cx="1395121" cy="852069"/>
      </dsp:txXfrm>
    </dsp:sp>
    <dsp:sp modelId="{2C984CF6-1B8D-AC40-A511-3286C9CDC68A}">
      <dsp:nvSpPr>
        <dsp:cNvPr id="0" name=""/>
        <dsp:cNvSpPr/>
      </dsp:nvSpPr>
      <dsp:spPr>
        <a:xfrm>
          <a:off x="2268026" y="1157446"/>
          <a:ext cx="1810174" cy="90508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dirty="0"/>
            <a:t>Complex signal x + </a:t>
          </a:r>
          <a:r>
            <a:rPr lang="en-US" sz="1900" kern="1200" dirty="0" err="1"/>
            <a:t>iy</a:t>
          </a:r>
          <a:endParaRPr lang="en-PR" sz="1900" kern="1200" dirty="0"/>
        </a:p>
      </dsp:txBody>
      <dsp:txXfrm>
        <a:off x="2294535" y="1183955"/>
        <a:ext cx="1757156" cy="852069"/>
      </dsp:txXfrm>
    </dsp:sp>
    <dsp:sp modelId="{63E4607D-ED86-6C48-B637-EE61F2476EC0}">
      <dsp:nvSpPr>
        <dsp:cNvPr id="0" name=""/>
        <dsp:cNvSpPr/>
      </dsp:nvSpPr>
      <dsp:spPr>
        <a:xfrm>
          <a:off x="2449043" y="2062533"/>
          <a:ext cx="181017" cy="678815"/>
        </a:xfrm>
        <a:custGeom>
          <a:avLst/>
          <a:gdLst/>
          <a:ahLst/>
          <a:cxnLst/>
          <a:rect l="0" t="0" r="0" b="0"/>
          <a:pathLst>
            <a:path>
              <a:moveTo>
                <a:pt x="0" y="0"/>
              </a:moveTo>
              <a:lnTo>
                <a:pt x="0" y="678815"/>
              </a:lnTo>
              <a:lnTo>
                <a:pt x="181017" y="67881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8F7B87-507B-C447-8C18-CD7CCE6A5FE3}">
      <dsp:nvSpPr>
        <dsp:cNvPr id="0" name=""/>
        <dsp:cNvSpPr/>
      </dsp:nvSpPr>
      <dsp:spPr>
        <a:xfrm>
          <a:off x="2630061" y="2288804"/>
          <a:ext cx="1448139" cy="90508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PR" sz="1900" kern="1200" dirty="0"/>
            <a:t>Fourier Transform</a:t>
          </a:r>
        </a:p>
      </dsp:txBody>
      <dsp:txXfrm>
        <a:off x="2656570" y="2315313"/>
        <a:ext cx="1395121" cy="852069"/>
      </dsp:txXfrm>
    </dsp:sp>
    <dsp:sp modelId="{A064882C-36FD-0247-A7A8-F7C29FD26C5D}">
      <dsp:nvSpPr>
        <dsp:cNvPr id="0" name=""/>
        <dsp:cNvSpPr/>
      </dsp:nvSpPr>
      <dsp:spPr>
        <a:xfrm>
          <a:off x="4530743" y="1157446"/>
          <a:ext cx="1810174" cy="90508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dirty="0"/>
            <a:t>Fourier descriptors</a:t>
          </a:r>
          <a:endParaRPr lang="en-PR" sz="1900" kern="1200" dirty="0"/>
        </a:p>
      </dsp:txBody>
      <dsp:txXfrm>
        <a:off x="4557252" y="1183955"/>
        <a:ext cx="1757156" cy="852069"/>
      </dsp:txXfrm>
    </dsp:sp>
    <dsp:sp modelId="{4415169A-49D7-0349-9593-1AA89E7A698B}">
      <dsp:nvSpPr>
        <dsp:cNvPr id="0" name=""/>
        <dsp:cNvSpPr/>
      </dsp:nvSpPr>
      <dsp:spPr>
        <a:xfrm>
          <a:off x="4711761" y="2062533"/>
          <a:ext cx="181017" cy="678815"/>
        </a:xfrm>
        <a:custGeom>
          <a:avLst/>
          <a:gdLst/>
          <a:ahLst/>
          <a:cxnLst/>
          <a:rect l="0" t="0" r="0" b="0"/>
          <a:pathLst>
            <a:path>
              <a:moveTo>
                <a:pt x="0" y="0"/>
              </a:moveTo>
              <a:lnTo>
                <a:pt x="0" y="678815"/>
              </a:lnTo>
              <a:lnTo>
                <a:pt x="181017" y="67881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BF18D0-2550-A548-95A1-A21DFBE9E631}">
      <dsp:nvSpPr>
        <dsp:cNvPr id="0" name=""/>
        <dsp:cNvSpPr/>
      </dsp:nvSpPr>
      <dsp:spPr>
        <a:xfrm>
          <a:off x="4892778" y="2288804"/>
          <a:ext cx="1448139" cy="90508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PR" sz="1900" kern="1200" dirty="0"/>
            <a:t>Normalize and keep first N</a:t>
          </a:r>
        </a:p>
      </dsp:txBody>
      <dsp:txXfrm>
        <a:off x="4919287" y="2315313"/>
        <a:ext cx="1395121" cy="852069"/>
      </dsp:txXfrm>
    </dsp:sp>
    <dsp:sp modelId="{5F4EB91E-1DA6-7A4E-911B-3FF0CA947F3C}">
      <dsp:nvSpPr>
        <dsp:cNvPr id="0" name=""/>
        <dsp:cNvSpPr/>
      </dsp:nvSpPr>
      <dsp:spPr>
        <a:xfrm>
          <a:off x="6793461" y="1157446"/>
          <a:ext cx="1810174" cy="90508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a:t>Compact shape features</a:t>
          </a:r>
          <a:endParaRPr lang="en-PR" sz="1900" kern="1200"/>
        </a:p>
      </dsp:txBody>
      <dsp:txXfrm>
        <a:off x="6819970" y="1183955"/>
        <a:ext cx="1757156" cy="852069"/>
      </dsp:txXfrm>
    </dsp:sp>
    <dsp:sp modelId="{2CB4FC71-BC4E-E748-946B-FFD483892309}">
      <dsp:nvSpPr>
        <dsp:cNvPr id="0" name=""/>
        <dsp:cNvSpPr/>
      </dsp:nvSpPr>
      <dsp:spPr>
        <a:xfrm>
          <a:off x="6974479" y="2062533"/>
          <a:ext cx="181017" cy="678815"/>
        </a:xfrm>
        <a:custGeom>
          <a:avLst/>
          <a:gdLst/>
          <a:ahLst/>
          <a:cxnLst/>
          <a:rect l="0" t="0" r="0" b="0"/>
          <a:pathLst>
            <a:path>
              <a:moveTo>
                <a:pt x="0" y="0"/>
              </a:moveTo>
              <a:lnTo>
                <a:pt x="0" y="678815"/>
              </a:lnTo>
              <a:lnTo>
                <a:pt x="181017" y="678815"/>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21BA2FE-B6C8-3041-A6B7-77C3F50E0B63}">
      <dsp:nvSpPr>
        <dsp:cNvPr id="0" name=""/>
        <dsp:cNvSpPr/>
      </dsp:nvSpPr>
      <dsp:spPr>
        <a:xfrm>
          <a:off x="7155496" y="2288804"/>
          <a:ext cx="1448139" cy="905087"/>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PR" sz="1900" kern="1200"/>
            <a:t>Split real / imaginary</a:t>
          </a:r>
        </a:p>
      </dsp:txBody>
      <dsp:txXfrm>
        <a:off x="7182005" y="2315313"/>
        <a:ext cx="1395121" cy="852069"/>
      </dsp:txXfrm>
    </dsp:sp>
    <dsp:sp modelId="{A049008E-818F-A845-809A-77F34E67E3DB}">
      <dsp:nvSpPr>
        <dsp:cNvPr id="0" name=""/>
        <dsp:cNvSpPr/>
      </dsp:nvSpPr>
      <dsp:spPr>
        <a:xfrm>
          <a:off x="9056179" y="1157446"/>
          <a:ext cx="1810174" cy="905087"/>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kern="1200"/>
            <a:t>sklearn feature matrix</a:t>
          </a:r>
          <a:br>
            <a:rPr lang="en-US" sz="1900" kern="1200"/>
          </a:br>
          <a:endParaRPr lang="en-PR" sz="1900" kern="1200"/>
        </a:p>
      </dsp:txBody>
      <dsp:txXfrm>
        <a:off x="9082688" y="1183955"/>
        <a:ext cx="1757156" cy="85206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9D194-5BCA-EA9F-6626-DB9E1DD139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R"/>
          </a:p>
        </p:txBody>
      </p:sp>
      <p:sp>
        <p:nvSpPr>
          <p:cNvPr id="3" name="Subtitle 2">
            <a:extLst>
              <a:ext uri="{FF2B5EF4-FFF2-40B4-BE49-F238E27FC236}">
                <a16:creationId xmlns:a16="http://schemas.microsoft.com/office/drawing/2014/main" id="{9893EE4A-6953-7314-A8B1-3C1D2CC819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R"/>
          </a:p>
        </p:txBody>
      </p:sp>
      <p:sp>
        <p:nvSpPr>
          <p:cNvPr id="4" name="Date Placeholder 3">
            <a:extLst>
              <a:ext uri="{FF2B5EF4-FFF2-40B4-BE49-F238E27FC236}">
                <a16:creationId xmlns:a16="http://schemas.microsoft.com/office/drawing/2014/main" id="{24445FD0-36CC-DF6A-D507-4CD490DC16A4}"/>
              </a:ext>
            </a:extLst>
          </p:cNvPr>
          <p:cNvSpPr>
            <a:spLocks noGrp="1"/>
          </p:cNvSpPr>
          <p:nvPr>
            <p:ph type="dt" sz="half" idx="10"/>
          </p:nvPr>
        </p:nvSpPr>
        <p:spPr/>
        <p:txBody>
          <a:bodyPr/>
          <a:lstStyle/>
          <a:p>
            <a:fld id="{5BF2EFE1-E60D-C846-9555-41ED1C3C3BCA}" type="datetimeFigureOut">
              <a:rPr lang="en-PR" smtClean="0"/>
              <a:t>7/6/26</a:t>
            </a:fld>
            <a:endParaRPr lang="en-PR"/>
          </a:p>
        </p:txBody>
      </p:sp>
      <p:sp>
        <p:nvSpPr>
          <p:cNvPr id="5" name="Footer Placeholder 4">
            <a:extLst>
              <a:ext uri="{FF2B5EF4-FFF2-40B4-BE49-F238E27FC236}">
                <a16:creationId xmlns:a16="http://schemas.microsoft.com/office/drawing/2014/main" id="{5D7E4FBF-E61B-64A3-EDDA-643C05B3188A}"/>
              </a:ext>
            </a:extLst>
          </p:cNvPr>
          <p:cNvSpPr>
            <a:spLocks noGrp="1"/>
          </p:cNvSpPr>
          <p:nvPr>
            <p:ph type="ftr" sz="quarter" idx="11"/>
          </p:nvPr>
        </p:nvSpPr>
        <p:spPr/>
        <p:txBody>
          <a:bodyPr/>
          <a:lstStyle/>
          <a:p>
            <a:endParaRPr lang="en-PR"/>
          </a:p>
        </p:txBody>
      </p:sp>
      <p:sp>
        <p:nvSpPr>
          <p:cNvPr id="6" name="Slide Number Placeholder 5">
            <a:extLst>
              <a:ext uri="{FF2B5EF4-FFF2-40B4-BE49-F238E27FC236}">
                <a16:creationId xmlns:a16="http://schemas.microsoft.com/office/drawing/2014/main" id="{C24250C1-157A-C0C3-FC5D-C95E9FF968FF}"/>
              </a:ext>
            </a:extLst>
          </p:cNvPr>
          <p:cNvSpPr>
            <a:spLocks noGrp="1"/>
          </p:cNvSpPr>
          <p:nvPr>
            <p:ph type="sldNum" sz="quarter" idx="12"/>
          </p:nvPr>
        </p:nvSpPr>
        <p:spPr/>
        <p:txBody>
          <a:bodyPr/>
          <a:lstStyle/>
          <a:p>
            <a:fld id="{9F19A4B7-3FB4-AC4B-89EC-D1E13A0B46E8}" type="slidenum">
              <a:rPr lang="en-PR" smtClean="0"/>
              <a:t>‹#›</a:t>
            </a:fld>
            <a:endParaRPr lang="en-PR"/>
          </a:p>
        </p:txBody>
      </p:sp>
    </p:spTree>
    <p:extLst>
      <p:ext uri="{BB962C8B-B14F-4D97-AF65-F5344CB8AC3E}">
        <p14:creationId xmlns:p14="http://schemas.microsoft.com/office/powerpoint/2010/main" val="4991547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3DB57-3B33-4360-8B2A-CD0BCAB805B4}"/>
              </a:ext>
            </a:extLst>
          </p:cNvPr>
          <p:cNvSpPr>
            <a:spLocks noGrp="1"/>
          </p:cNvSpPr>
          <p:nvPr>
            <p:ph type="title"/>
          </p:nvPr>
        </p:nvSpPr>
        <p:spPr/>
        <p:txBody>
          <a:bodyPr/>
          <a:lstStyle/>
          <a:p>
            <a:r>
              <a:rPr lang="en-US"/>
              <a:t>Click to edit Master title style</a:t>
            </a:r>
            <a:endParaRPr lang="en-PR"/>
          </a:p>
        </p:txBody>
      </p:sp>
      <p:sp>
        <p:nvSpPr>
          <p:cNvPr id="3" name="Content Placeholder 2">
            <a:extLst>
              <a:ext uri="{FF2B5EF4-FFF2-40B4-BE49-F238E27FC236}">
                <a16:creationId xmlns:a16="http://schemas.microsoft.com/office/drawing/2014/main" id="{48F63E64-7992-994A-3C85-CF54975AB60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R"/>
          </a:p>
        </p:txBody>
      </p:sp>
      <p:sp>
        <p:nvSpPr>
          <p:cNvPr id="4" name="Date Placeholder 3">
            <a:extLst>
              <a:ext uri="{FF2B5EF4-FFF2-40B4-BE49-F238E27FC236}">
                <a16:creationId xmlns:a16="http://schemas.microsoft.com/office/drawing/2014/main" id="{0B9EB23D-4E8E-9FA8-59EE-058CFFFC89A8}"/>
              </a:ext>
            </a:extLst>
          </p:cNvPr>
          <p:cNvSpPr>
            <a:spLocks noGrp="1"/>
          </p:cNvSpPr>
          <p:nvPr>
            <p:ph type="dt" sz="half" idx="10"/>
          </p:nvPr>
        </p:nvSpPr>
        <p:spPr/>
        <p:txBody>
          <a:bodyPr/>
          <a:lstStyle/>
          <a:p>
            <a:fld id="{5BF2EFE1-E60D-C846-9555-41ED1C3C3BCA}" type="datetimeFigureOut">
              <a:rPr lang="en-PR" smtClean="0"/>
              <a:t>7/6/26</a:t>
            </a:fld>
            <a:endParaRPr lang="en-PR"/>
          </a:p>
        </p:txBody>
      </p:sp>
      <p:sp>
        <p:nvSpPr>
          <p:cNvPr id="5" name="Footer Placeholder 4">
            <a:extLst>
              <a:ext uri="{FF2B5EF4-FFF2-40B4-BE49-F238E27FC236}">
                <a16:creationId xmlns:a16="http://schemas.microsoft.com/office/drawing/2014/main" id="{EA21E0A2-7CD8-FD15-570E-22A46E2E75B1}"/>
              </a:ext>
            </a:extLst>
          </p:cNvPr>
          <p:cNvSpPr>
            <a:spLocks noGrp="1"/>
          </p:cNvSpPr>
          <p:nvPr>
            <p:ph type="ftr" sz="quarter" idx="11"/>
          </p:nvPr>
        </p:nvSpPr>
        <p:spPr/>
        <p:txBody>
          <a:bodyPr/>
          <a:lstStyle/>
          <a:p>
            <a:endParaRPr lang="en-PR"/>
          </a:p>
        </p:txBody>
      </p:sp>
      <p:sp>
        <p:nvSpPr>
          <p:cNvPr id="6" name="Slide Number Placeholder 5">
            <a:extLst>
              <a:ext uri="{FF2B5EF4-FFF2-40B4-BE49-F238E27FC236}">
                <a16:creationId xmlns:a16="http://schemas.microsoft.com/office/drawing/2014/main" id="{6D2D8C52-44AD-E73A-DB4C-CF4F58B66AE2}"/>
              </a:ext>
            </a:extLst>
          </p:cNvPr>
          <p:cNvSpPr>
            <a:spLocks noGrp="1"/>
          </p:cNvSpPr>
          <p:nvPr>
            <p:ph type="sldNum" sz="quarter" idx="12"/>
          </p:nvPr>
        </p:nvSpPr>
        <p:spPr/>
        <p:txBody>
          <a:bodyPr/>
          <a:lstStyle/>
          <a:p>
            <a:fld id="{9F19A4B7-3FB4-AC4B-89EC-D1E13A0B46E8}" type="slidenum">
              <a:rPr lang="en-PR" smtClean="0"/>
              <a:t>‹#›</a:t>
            </a:fld>
            <a:endParaRPr lang="en-PR"/>
          </a:p>
        </p:txBody>
      </p:sp>
    </p:spTree>
    <p:extLst>
      <p:ext uri="{BB962C8B-B14F-4D97-AF65-F5344CB8AC3E}">
        <p14:creationId xmlns:p14="http://schemas.microsoft.com/office/powerpoint/2010/main" val="1604888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E8D41-1DD4-9A14-871C-1D1EC234E8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R"/>
          </a:p>
        </p:txBody>
      </p:sp>
      <p:sp>
        <p:nvSpPr>
          <p:cNvPr id="3" name="Text Placeholder 2">
            <a:extLst>
              <a:ext uri="{FF2B5EF4-FFF2-40B4-BE49-F238E27FC236}">
                <a16:creationId xmlns:a16="http://schemas.microsoft.com/office/drawing/2014/main" id="{5CE089D8-E2E7-934F-B165-7CAF0A24EEC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C362D0-CFC1-CCBE-5BEC-C6ED8810966C}"/>
              </a:ext>
            </a:extLst>
          </p:cNvPr>
          <p:cNvSpPr>
            <a:spLocks noGrp="1"/>
          </p:cNvSpPr>
          <p:nvPr>
            <p:ph type="dt" sz="half" idx="10"/>
          </p:nvPr>
        </p:nvSpPr>
        <p:spPr/>
        <p:txBody>
          <a:bodyPr/>
          <a:lstStyle/>
          <a:p>
            <a:fld id="{5BF2EFE1-E60D-C846-9555-41ED1C3C3BCA}" type="datetimeFigureOut">
              <a:rPr lang="en-PR" smtClean="0"/>
              <a:t>7/6/26</a:t>
            </a:fld>
            <a:endParaRPr lang="en-PR"/>
          </a:p>
        </p:txBody>
      </p:sp>
      <p:sp>
        <p:nvSpPr>
          <p:cNvPr id="5" name="Footer Placeholder 4">
            <a:extLst>
              <a:ext uri="{FF2B5EF4-FFF2-40B4-BE49-F238E27FC236}">
                <a16:creationId xmlns:a16="http://schemas.microsoft.com/office/drawing/2014/main" id="{B2066B28-616B-BD33-405D-7FFEB3FD1235}"/>
              </a:ext>
            </a:extLst>
          </p:cNvPr>
          <p:cNvSpPr>
            <a:spLocks noGrp="1"/>
          </p:cNvSpPr>
          <p:nvPr>
            <p:ph type="ftr" sz="quarter" idx="11"/>
          </p:nvPr>
        </p:nvSpPr>
        <p:spPr/>
        <p:txBody>
          <a:bodyPr/>
          <a:lstStyle/>
          <a:p>
            <a:endParaRPr lang="en-PR"/>
          </a:p>
        </p:txBody>
      </p:sp>
      <p:sp>
        <p:nvSpPr>
          <p:cNvPr id="6" name="Slide Number Placeholder 5">
            <a:extLst>
              <a:ext uri="{FF2B5EF4-FFF2-40B4-BE49-F238E27FC236}">
                <a16:creationId xmlns:a16="http://schemas.microsoft.com/office/drawing/2014/main" id="{319D1E08-F281-E246-BD90-AABEB7B31597}"/>
              </a:ext>
            </a:extLst>
          </p:cNvPr>
          <p:cNvSpPr>
            <a:spLocks noGrp="1"/>
          </p:cNvSpPr>
          <p:nvPr>
            <p:ph type="sldNum" sz="quarter" idx="12"/>
          </p:nvPr>
        </p:nvSpPr>
        <p:spPr/>
        <p:txBody>
          <a:bodyPr/>
          <a:lstStyle/>
          <a:p>
            <a:fld id="{9F19A4B7-3FB4-AC4B-89EC-D1E13A0B46E8}" type="slidenum">
              <a:rPr lang="en-PR" smtClean="0"/>
              <a:t>‹#›</a:t>
            </a:fld>
            <a:endParaRPr lang="en-PR"/>
          </a:p>
        </p:txBody>
      </p:sp>
    </p:spTree>
    <p:extLst>
      <p:ext uri="{BB962C8B-B14F-4D97-AF65-F5344CB8AC3E}">
        <p14:creationId xmlns:p14="http://schemas.microsoft.com/office/powerpoint/2010/main" val="2673462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A7D48-B943-6FB9-87B2-19DF205166BB}"/>
              </a:ext>
            </a:extLst>
          </p:cNvPr>
          <p:cNvSpPr>
            <a:spLocks noGrp="1"/>
          </p:cNvSpPr>
          <p:nvPr>
            <p:ph type="title"/>
          </p:nvPr>
        </p:nvSpPr>
        <p:spPr/>
        <p:txBody>
          <a:bodyPr/>
          <a:lstStyle/>
          <a:p>
            <a:r>
              <a:rPr lang="en-US"/>
              <a:t>Click to edit Master title style</a:t>
            </a:r>
            <a:endParaRPr lang="en-PR"/>
          </a:p>
        </p:txBody>
      </p:sp>
      <p:sp>
        <p:nvSpPr>
          <p:cNvPr id="3" name="Content Placeholder 2">
            <a:extLst>
              <a:ext uri="{FF2B5EF4-FFF2-40B4-BE49-F238E27FC236}">
                <a16:creationId xmlns:a16="http://schemas.microsoft.com/office/drawing/2014/main" id="{7A4376ED-66B6-37B7-BD5D-460568E13F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R"/>
          </a:p>
        </p:txBody>
      </p:sp>
      <p:sp>
        <p:nvSpPr>
          <p:cNvPr id="4" name="Content Placeholder 3">
            <a:extLst>
              <a:ext uri="{FF2B5EF4-FFF2-40B4-BE49-F238E27FC236}">
                <a16:creationId xmlns:a16="http://schemas.microsoft.com/office/drawing/2014/main" id="{AD9E3DAD-31E7-CB53-5D26-D027E9608D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R"/>
          </a:p>
        </p:txBody>
      </p:sp>
      <p:sp>
        <p:nvSpPr>
          <p:cNvPr id="5" name="Date Placeholder 4">
            <a:extLst>
              <a:ext uri="{FF2B5EF4-FFF2-40B4-BE49-F238E27FC236}">
                <a16:creationId xmlns:a16="http://schemas.microsoft.com/office/drawing/2014/main" id="{1444C4A2-77BB-FF79-AD79-8BC6D27FD11B}"/>
              </a:ext>
            </a:extLst>
          </p:cNvPr>
          <p:cNvSpPr>
            <a:spLocks noGrp="1"/>
          </p:cNvSpPr>
          <p:nvPr>
            <p:ph type="dt" sz="half" idx="10"/>
          </p:nvPr>
        </p:nvSpPr>
        <p:spPr/>
        <p:txBody>
          <a:bodyPr/>
          <a:lstStyle/>
          <a:p>
            <a:fld id="{5BF2EFE1-E60D-C846-9555-41ED1C3C3BCA}" type="datetimeFigureOut">
              <a:rPr lang="en-PR" smtClean="0"/>
              <a:t>7/6/26</a:t>
            </a:fld>
            <a:endParaRPr lang="en-PR"/>
          </a:p>
        </p:txBody>
      </p:sp>
      <p:sp>
        <p:nvSpPr>
          <p:cNvPr id="6" name="Footer Placeholder 5">
            <a:extLst>
              <a:ext uri="{FF2B5EF4-FFF2-40B4-BE49-F238E27FC236}">
                <a16:creationId xmlns:a16="http://schemas.microsoft.com/office/drawing/2014/main" id="{81290D8F-3BFE-C2EB-9072-1922FCEAC065}"/>
              </a:ext>
            </a:extLst>
          </p:cNvPr>
          <p:cNvSpPr>
            <a:spLocks noGrp="1"/>
          </p:cNvSpPr>
          <p:nvPr>
            <p:ph type="ftr" sz="quarter" idx="11"/>
          </p:nvPr>
        </p:nvSpPr>
        <p:spPr/>
        <p:txBody>
          <a:bodyPr/>
          <a:lstStyle/>
          <a:p>
            <a:endParaRPr lang="en-PR"/>
          </a:p>
        </p:txBody>
      </p:sp>
      <p:sp>
        <p:nvSpPr>
          <p:cNvPr id="7" name="Slide Number Placeholder 6">
            <a:extLst>
              <a:ext uri="{FF2B5EF4-FFF2-40B4-BE49-F238E27FC236}">
                <a16:creationId xmlns:a16="http://schemas.microsoft.com/office/drawing/2014/main" id="{ED778799-6FC3-003E-F913-4B165993B5F4}"/>
              </a:ext>
            </a:extLst>
          </p:cNvPr>
          <p:cNvSpPr>
            <a:spLocks noGrp="1"/>
          </p:cNvSpPr>
          <p:nvPr>
            <p:ph type="sldNum" sz="quarter" idx="12"/>
          </p:nvPr>
        </p:nvSpPr>
        <p:spPr/>
        <p:txBody>
          <a:bodyPr/>
          <a:lstStyle/>
          <a:p>
            <a:fld id="{9F19A4B7-3FB4-AC4B-89EC-D1E13A0B46E8}" type="slidenum">
              <a:rPr lang="en-PR" smtClean="0"/>
              <a:t>‹#›</a:t>
            </a:fld>
            <a:endParaRPr lang="en-PR"/>
          </a:p>
        </p:txBody>
      </p:sp>
    </p:spTree>
    <p:extLst>
      <p:ext uri="{BB962C8B-B14F-4D97-AF65-F5344CB8AC3E}">
        <p14:creationId xmlns:p14="http://schemas.microsoft.com/office/powerpoint/2010/main" val="26271274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DC68D-BA04-431F-C2B9-D5844160851C}"/>
              </a:ext>
            </a:extLst>
          </p:cNvPr>
          <p:cNvSpPr>
            <a:spLocks noGrp="1"/>
          </p:cNvSpPr>
          <p:nvPr>
            <p:ph type="title"/>
          </p:nvPr>
        </p:nvSpPr>
        <p:spPr>
          <a:xfrm>
            <a:off x="839788" y="365125"/>
            <a:ext cx="10515600" cy="1325563"/>
          </a:xfrm>
        </p:spPr>
        <p:txBody>
          <a:bodyPr/>
          <a:lstStyle/>
          <a:p>
            <a:r>
              <a:rPr lang="en-US"/>
              <a:t>Click to edit Master title style</a:t>
            </a:r>
            <a:endParaRPr lang="en-PR"/>
          </a:p>
        </p:txBody>
      </p:sp>
      <p:sp>
        <p:nvSpPr>
          <p:cNvPr id="3" name="Text Placeholder 2">
            <a:extLst>
              <a:ext uri="{FF2B5EF4-FFF2-40B4-BE49-F238E27FC236}">
                <a16:creationId xmlns:a16="http://schemas.microsoft.com/office/drawing/2014/main" id="{FE6EEE0E-3F07-AF73-1D34-687EC2478C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08A009-AF6A-2EB0-BF07-CA3E01276B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R"/>
          </a:p>
        </p:txBody>
      </p:sp>
      <p:sp>
        <p:nvSpPr>
          <p:cNvPr id="5" name="Text Placeholder 4">
            <a:extLst>
              <a:ext uri="{FF2B5EF4-FFF2-40B4-BE49-F238E27FC236}">
                <a16:creationId xmlns:a16="http://schemas.microsoft.com/office/drawing/2014/main" id="{AEF05C19-E3E5-E260-8234-2E2AD960AC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C31513-AFF1-2F0B-CBC9-74FEA0FBF4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R"/>
          </a:p>
        </p:txBody>
      </p:sp>
      <p:sp>
        <p:nvSpPr>
          <p:cNvPr id="7" name="Date Placeholder 6">
            <a:extLst>
              <a:ext uri="{FF2B5EF4-FFF2-40B4-BE49-F238E27FC236}">
                <a16:creationId xmlns:a16="http://schemas.microsoft.com/office/drawing/2014/main" id="{DA0B12C8-E649-178E-4C0E-4A544FBF12C0}"/>
              </a:ext>
            </a:extLst>
          </p:cNvPr>
          <p:cNvSpPr>
            <a:spLocks noGrp="1"/>
          </p:cNvSpPr>
          <p:nvPr>
            <p:ph type="dt" sz="half" idx="10"/>
          </p:nvPr>
        </p:nvSpPr>
        <p:spPr/>
        <p:txBody>
          <a:bodyPr/>
          <a:lstStyle/>
          <a:p>
            <a:fld id="{5BF2EFE1-E60D-C846-9555-41ED1C3C3BCA}" type="datetimeFigureOut">
              <a:rPr lang="en-PR" smtClean="0"/>
              <a:t>7/6/26</a:t>
            </a:fld>
            <a:endParaRPr lang="en-PR"/>
          </a:p>
        </p:txBody>
      </p:sp>
      <p:sp>
        <p:nvSpPr>
          <p:cNvPr id="8" name="Footer Placeholder 7">
            <a:extLst>
              <a:ext uri="{FF2B5EF4-FFF2-40B4-BE49-F238E27FC236}">
                <a16:creationId xmlns:a16="http://schemas.microsoft.com/office/drawing/2014/main" id="{37C2797B-D104-D670-D9C6-904F842BD7B4}"/>
              </a:ext>
            </a:extLst>
          </p:cNvPr>
          <p:cNvSpPr>
            <a:spLocks noGrp="1"/>
          </p:cNvSpPr>
          <p:nvPr>
            <p:ph type="ftr" sz="quarter" idx="11"/>
          </p:nvPr>
        </p:nvSpPr>
        <p:spPr/>
        <p:txBody>
          <a:bodyPr/>
          <a:lstStyle/>
          <a:p>
            <a:endParaRPr lang="en-PR"/>
          </a:p>
        </p:txBody>
      </p:sp>
      <p:sp>
        <p:nvSpPr>
          <p:cNvPr id="9" name="Slide Number Placeholder 8">
            <a:extLst>
              <a:ext uri="{FF2B5EF4-FFF2-40B4-BE49-F238E27FC236}">
                <a16:creationId xmlns:a16="http://schemas.microsoft.com/office/drawing/2014/main" id="{9D731E4B-2756-8E08-336A-78DEA2020B24}"/>
              </a:ext>
            </a:extLst>
          </p:cNvPr>
          <p:cNvSpPr>
            <a:spLocks noGrp="1"/>
          </p:cNvSpPr>
          <p:nvPr>
            <p:ph type="sldNum" sz="quarter" idx="12"/>
          </p:nvPr>
        </p:nvSpPr>
        <p:spPr/>
        <p:txBody>
          <a:bodyPr/>
          <a:lstStyle/>
          <a:p>
            <a:fld id="{9F19A4B7-3FB4-AC4B-89EC-D1E13A0B46E8}" type="slidenum">
              <a:rPr lang="en-PR" smtClean="0"/>
              <a:t>‹#›</a:t>
            </a:fld>
            <a:endParaRPr lang="en-PR"/>
          </a:p>
        </p:txBody>
      </p:sp>
    </p:spTree>
    <p:extLst>
      <p:ext uri="{BB962C8B-B14F-4D97-AF65-F5344CB8AC3E}">
        <p14:creationId xmlns:p14="http://schemas.microsoft.com/office/powerpoint/2010/main" val="1003016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1F35E-F5A4-8CBD-1AD6-C3CCF3F62FEA}"/>
              </a:ext>
            </a:extLst>
          </p:cNvPr>
          <p:cNvSpPr>
            <a:spLocks noGrp="1"/>
          </p:cNvSpPr>
          <p:nvPr>
            <p:ph type="title"/>
          </p:nvPr>
        </p:nvSpPr>
        <p:spPr/>
        <p:txBody>
          <a:bodyPr/>
          <a:lstStyle/>
          <a:p>
            <a:r>
              <a:rPr lang="en-US"/>
              <a:t>Click to edit Master title style</a:t>
            </a:r>
            <a:endParaRPr lang="en-PR"/>
          </a:p>
        </p:txBody>
      </p:sp>
      <p:sp>
        <p:nvSpPr>
          <p:cNvPr id="3" name="Date Placeholder 2">
            <a:extLst>
              <a:ext uri="{FF2B5EF4-FFF2-40B4-BE49-F238E27FC236}">
                <a16:creationId xmlns:a16="http://schemas.microsoft.com/office/drawing/2014/main" id="{3717B541-A160-232B-4160-15DAA8F920A9}"/>
              </a:ext>
            </a:extLst>
          </p:cNvPr>
          <p:cNvSpPr>
            <a:spLocks noGrp="1"/>
          </p:cNvSpPr>
          <p:nvPr>
            <p:ph type="dt" sz="half" idx="10"/>
          </p:nvPr>
        </p:nvSpPr>
        <p:spPr/>
        <p:txBody>
          <a:bodyPr/>
          <a:lstStyle/>
          <a:p>
            <a:fld id="{5BF2EFE1-E60D-C846-9555-41ED1C3C3BCA}" type="datetimeFigureOut">
              <a:rPr lang="en-PR" smtClean="0"/>
              <a:t>7/6/26</a:t>
            </a:fld>
            <a:endParaRPr lang="en-PR"/>
          </a:p>
        </p:txBody>
      </p:sp>
      <p:sp>
        <p:nvSpPr>
          <p:cNvPr id="4" name="Footer Placeholder 3">
            <a:extLst>
              <a:ext uri="{FF2B5EF4-FFF2-40B4-BE49-F238E27FC236}">
                <a16:creationId xmlns:a16="http://schemas.microsoft.com/office/drawing/2014/main" id="{72923FC2-E0F9-91B6-9D0A-F04431DE12BD}"/>
              </a:ext>
            </a:extLst>
          </p:cNvPr>
          <p:cNvSpPr>
            <a:spLocks noGrp="1"/>
          </p:cNvSpPr>
          <p:nvPr>
            <p:ph type="ftr" sz="quarter" idx="11"/>
          </p:nvPr>
        </p:nvSpPr>
        <p:spPr/>
        <p:txBody>
          <a:bodyPr/>
          <a:lstStyle/>
          <a:p>
            <a:endParaRPr lang="en-PR"/>
          </a:p>
        </p:txBody>
      </p:sp>
      <p:sp>
        <p:nvSpPr>
          <p:cNvPr id="5" name="Slide Number Placeholder 4">
            <a:extLst>
              <a:ext uri="{FF2B5EF4-FFF2-40B4-BE49-F238E27FC236}">
                <a16:creationId xmlns:a16="http://schemas.microsoft.com/office/drawing/2014/main" id="{64658E53-F56E-8D3D-7AC3-0A6E3332A59C}"/>
              </a:ext>
            </a:extLst>
          </p:cNvPr>
          <p:cNvSpPr>
            <a:spLocks noGrp="1"/>
          </p:cNvSpPr>
          <p:nvPr>
            <p:ph type="sldNum" sz="quarter" idx="12"/>
          </p:nvPr>
        </p:nvSpPr>
        <p:spPr/>
        <p:txBody>
          <a:bodyPr/>
          <a:lstStyle/>
          <a:p>
            <a:fld id="{9F19A4B7-3FB4-AC4B-89EC-D1E13A0B46E8}" type="slidenum">
              <a:rPr lang="en-PR" smtClean="0"/>
              <a:t>‹#›</a:t>
            </a:fld>
            <a:endParaRPr lang="en-PR"/>
          </a:p>
        </p:txBody>
      </p:sp>
    </p:spTree>
    <p:extLst>
      <p:ext uri="{BB962C8B-B14F-4D97-AF65-F5344CB8AC3E}">
        <p14:creationId xmlns:p14="http://schemas.microsoft.com/office/powerpoint/2010/main" val="3067691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57AAD2-7D26-1873-9812-946C6B9127DD}"/>
              </a:ext>
            </a:extLst>
          </p:cNvPr>
          <p:cNvSpPr>
            <a:spLocks noGrp="1"/>
          </p:cNvSpPr>
          <p:nvPr>
            <p:ph type="dt" sz="half" idx="10"/>
          </p:nvPr>
        </p:nvSpPr>
        <p:spPr/>
        <p:txBody>
          <a:bodyPr/>
          <a:lstStyle/>
          <a:p>
            <a:fld id="{5BF2EFE1-E60D-C846-9555-41ED1C3C3BCA}" type="datetimeFigureOut">
              <a:rPr lang="en-PR" smtClean="0"/>
              <a:t>7/6/26</a:t>
            </a:fld>
            <a:endParaRPr lang="en-PR"/>
          </a:p>
        </p:txBody>
      </p:sp>
      <p:sp>
        <p:nvSpPr>
          <p:cNvPr id="3" name="Footer Placeholder 2">
            <a:extLst>
              <a:ext uri="{FF2B5EF4-FFF2-40B4-BE49-F238E27FC236}">
                <a16:creationId xmlns:a16="http://schemas.microsoft.com/office/drawing/2014/main" id="{793B55AA-3ACF-26A3-815B-0151A85F9168}"/>
              </a:ext>
            </a:extLst>
          </p:cNvPr>
          <p:cNvSpPr>
            <a:spLocks noGrp="1"/>
          </p:cNvSpPr>
          <p:nvPr>
            <p:ph type="ftr" sz="quarter" idx="11"/>
          </p:nvPr>
        </p:nvSpPr>
        <p:spPr/>
        <p:txBody>
          <a:bodyPr/>
          <a:lstStyle/>
          <a:p>
            <a:endParaRPr lang="en-PR"/>
          </a:p>
        </p:txBody>
      </p:sp>
      <p:sp>
        <p:nvSpPr>
          <p:cNvPr id="4" name="Slide Number Placeholder 3">
            <a:extLst>
              <a:ext uri="{FF2B5EF4-FFF2-40B4-BE49-F238E27FC236}">
                <a16:creationId xmlns:a16="http://schemas.microsoft.com/office/drawing/2014/main" id="{8B73CD68-17B5-5623-F5F8-9A19402A0C0D}"/>
              </a:ext>
            </a:extLst>
          </p:cNvPr>
          <p:cNvSpPr>
            <a:spLocks noGrp="1"/>
          </p:cNvSpPr>
          <p:nvPr>
            <p:ph type="sldNum" sz="quarter" idx="12"/>
          </p:nvPr>
        </p:nvSpPr>
        <p:spPr/>
        <p:txBody>
          <a:bodyPr/>
          <a:lstStyle/>
          <a:p>
            <a:fld id="{9F19A4B7-3FB4-AC4B-89EC-D1E13A0B46E8}" type="slidenum">
              <a:rPr lang="en-PR" smtClean="0"/>
              <a:t>‹#›</a:t>
            </a:fld>
            <a:endParaRPr lang="en-PR"/>
          </a:p>
        </p:txBody>
      </p:sp>
    </p:spTree>
    <p:extLst>
      <p:ext uri="{BB962C8B-B14F-4D97-AF65-F5344CB8AC3E}">
        <p14:creationId xmlns:p14="http://schemas.microsoft.com/office/powerpoint/2010/main" val="1500236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E738C-0426-58CB-4822-B3D2151049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R"/>
          </a:p>
        </p:txBody>
      </p:sp>
      <p:sp>
        <p:nvSpPr>
          <p:cNvPr id="3" name="Content Placeholder 2">
            <a:extLst>
              <a:ext uri="{FF2B5EF4-FFF2-40B4-BE49-F238E27FC236}">
                <a16:creationId xmlns:a16="http://schemas.microsoft.com/office/drawing/2014/main" id="{3463311D-2592-3B9D-44FF-F4387645DD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R"/>
          </a:p>
        </p:txBody>
      </p:sp>
      <p:sp>
        <p:nvSpPr>
          <p:cNvPr id="4" name="Text Placeholder 3">
            <a:extLst>
              <a:ext uri="{FF2B5EF4-FFF2-40B4-BE49-F238E27FC236}">
                <a16:creationId xmlns:a16="http://schemas.microsoft.com/office/drawing/2014/main" id="{191B72A6-F02A-9412-88A4-E4B0EE502C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97CD38-3529-3278-78D2-77FFF3F4AA49}"/>
              </a:ext>
            </a:extLst>
          </p:cNvPr>
          <p:cNvSpPr>
            <a:spLocks noGrp="1"/>
          </p:cNvSpPr>
          <p:nvPr>
            <p:ph type="dt" sz="half" idx="10"/>
          </p:nvPr>
        </p:nvSpPr>
        <p:spPr/>
        <p:txBody>
          <a:bodyPr/>
          <a:lstStyle/>
          <a:p>
            <a:fld id="{5BF2EFE1-E60D-C846-9555-41ED1C3C3BCA}" type="datetimeFigureOut">
              <a:rPr lang="en-PR" smtClean="0"/>
              <a:t>7/6/26</a:t>
            </a:fld>
            <a:endParaRPr lang="en-PR"/>
          </a:p>
        </p:txBody>
      </p:sp>
      <p:sp>
        <p:nvSpPr>
          <p:cNvPr id="6" name="Footer Placeholder 5">
            <a:extLst>
              <a:ext uri="{FF2B5EF4-FFF2-40B4-BE49-F238E27FC236}">
                <a16:creationId xmlns:a16="http://schemas.microsoft.com/office/drawing/2014/main" id="{C08D0166-DC75-D43C-1A31-CB118FC997AE}"/>
              </a:ext>
            </a:extLst>
          </p:cNvPr>
          <p:cNvSpPr>
            <a:spLocks noGrp="1"/>
          </p:cNvSpPr>
          <p:nvPr>
            <p:ph type="ftr" sz="quarter" idx="11"/>
          </p:nvPr>
        </p:nvSpPr>
        <p:spPr/>
        <p:txBody>
          <a:bodyPr/>
          <a:lstStyle/>
          <a:p>
            <a:endParaRPr lang="en-PR"/>
          </a:p>
        </p:txBody>
      </p:sp>
      <p:sp>
        <p:nvSpPr>
          <p:cNvPr id="7" name="Slide Number Placeholder 6">
            <a:extLst>
              <a:ext uri="{FF2B5EF4-FFF2-40B4-BE49-F238E27FC236}">
                <a16:creationId xmlns:a16="http://schemas.microsoft.com/office/drawing/2014/main" id="{2B56E6C5-2A17-484B-B08A-FCCFCB01A525}"/>
              </a:ext>
            </a:extLst>
          </p:cNvPr>
          <p:cNvSpPr>
            <a:spLocks noGrp="1"/>
          </p:cNvSpPr>
          <p:nvPr>
            <p:ph type="sldNum" sz="quarter" idx="12"/>
          </p:nvPr>
        </p:nvSpPr>
        <p:spPr/>
        <p:txBody>
          <a:bodyPr/>
          <a:lstStyle/>
          <a:p>
            <a:fld id="{9F19A4B7-3FB4-AC4B-89EC-D1E13A0B46E8}" type="slidenum">
              <a:rPr lang="en-PR" smtClean="0"/>
              <a:t>‹#›</a:t>
            </a:fld>
            <a:endParaRPr lang="en-PR"/>
          </a:p>
        </p:txBody>
      </p:sp>
    </p:spTree>
    <p:extLst>
      <p:ext uri="{BB962C8B-B14F-4D97-AF65-F5344CB8AC3E}">
        <p14:creationId xmlns:p14="http://schemas.microsoft.com/office/powerpoint/2010/main" val="274307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A9095-DC79-741F-B053-7C5B1F4F31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R"/>
          </a:p>
        </p:txBody>
      </p:sp>
      <p:sp>
        <p:nvSpPr>
          <p:cNvPr id="3" name="Picture Placeholder 2">
            <a:extLst>
              <a:ext uri="{FF2B5EF4-FFF2-40B4-BE49-F238E27FC236}">
                <a16:creationId xmlns:a16="http://schemas.microsoft.com/office/drawing/2014/main" id="{B5A38B62-255C-8DFB-1057-703CE5C246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R"/>
          </a:p>
        </p:txBody>
      </p:sp>
      <p:sp>
        <p:nvSpPr>
          <p:cNvPr id="4" name="Text Placeholder 3">
            <a:extLst>
              <a:ext uri="{FF2B5EF4-FFF2-40B4-BE49-F238E27FC236}">
                <a16:creationId xmlns:a16="http://schemas.microsoft.com/office/drawing/2014/main" id="{4F447070-D209-1D47-0A15-9E3341D846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40B777-A9EF-3BA5-0829-AE1FEB3C7C38}"/>
              </a:ext>
            </a:extLst>
          </p:cNvPr>
          <p:cNvSpPr>
            <a:spLocks noGrp="1"/>
          </p:cNvSpPr>
          <p:nvPr>
            <p:ph type="dt" sz="half" idx="10"/>
          </p:nvPr>
        </p:nvSpPr>
        <p:spPr/>
        <p:txBody>
          <a:bodyPr/>
          <a:lstStyle/>
          <a:p>
            <a:fld id="{5BF2EFE1-E60D-C846-9555-41ED1C3C3BCA}" type="datetimeFigureOut">
              <a:rPr lang="en-PR" smtClean="0"/>
              <a:t>7/6/26</a:t>
            </a:fld>
            <a:endParaRPr lang="en-PR"/>
          </a:p>
        </p:txBody>
      </p:sp>
      <p:sp>
        <p:nvSpPr>
          <p:cNvPr id="6" name="Footer Placeholder 5">
            <a:extLst>
              <a:ext uri="{FF2B5EF4-FFF2-40B4-BE49-F238E27FC236}">
                <a16:creationId xmlns:a16="http://schemas.microsoft.com/office/drawing/2014/main" id="{4316A9B3-8AF6-AE91-0884-46F19D5266F1}"/>
              </a:ext>
            </a:extLst>
          </p:cNvPr>
          <p:cNvSpPr>
            <a:spLocks noGrp="1"/>
          </p:cNvSpPr>
          <p:nvPr>
            <p:ph type="ftr" sz="quarter" idx="11"/>
          </p:nvPr>
        </p:nvSpPr>
        <p:spPr/>
        <p:txBody>
          <a:bodyPr/>
          <a:lstStyle/>
          <a:p>
            <a:endParaRPr lang="en-PR"/>
          </a:p>
        </p:txBody>
      </p:sp>
      <p:sp>
        <p:nvSpPr>
          <p:cNvPr id="7" name="Slide Number Placeholder 6">
            <a:extLst>
              <a:ext uri="{FF2B5EF4-FFF2-40B4-BE49-F238E27FC236}">
                <a16:creationId xmlns:a16="http://schemas.microsoft.com/office/drawing/2014/main" id="{0CF69BEC-4CD3-9233-EE18-49F5182E649D}"/>
              </a:ext>
            </a:extLst>
          </p:cNvPr>
          <p:cNvSpPr>
            <a:spLocks noGrp="1"/>
          </p:cNvSpPr>
          <p:nvPr>
            <p:ph type="sldNum" sz="quarter" idx="12"/>
          </p:nvPr>
        </p:nvSpPr>
        <p:spPr/>
        <p:txBody>
          <a:bodyPr/>
          <a:lstStyle/>
          <a:p>
            <a:fld id="{9F19A4B7-3FB4-AC4B-89EC-D1E13A0B46E8}" type="slidenum">
              <a:rPr lang="en-PR" smtClean="0"/>
              <a:t>‹#›</a:t>
            </a:fld>
            <a:endParaRPr lang="en-PR"/>
          </a:p>
        </p:txBody>
      </p:sp>
    </p:spTree>
    <p:extLst>
      <p:ext uri="{BB962C8B-B14F-4D97-AF65-F5344CB8AC3E}">
        <p14:creationId xmlns:p14="http://schemas.microsoft.com/office/powerpoint/2010/main" val="324633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E1FAB-96ED-E8F8-4A16-79BFE7AB0E39}"/>
              </a:ext>
            </a:extLst>
          </p:cNvPr>
          <p:cNvSpPr>
            <a:spLocks noGrp="1"/>
          </p:cNvSpPr>
          <p:nvPr>
            <p:ph type="title"/>
          </p:nvPr>
        </p:nvSpPr>
        <p:spPr/>
        <p:txBody>
          <a:bodyPr/>
          <a:lstStyle/>
          <a:p>
            <a:r>
              <a:rPr lang="en-US"/>
              <a:t>Click to edit Master title style</a:t>
            </a:r>
            <a:endParaRPr lang="en-PR"/>
          </a:p>
        </p:txBody>
      </p:sp>
      <p:sp>
        <p:nvSpPr>
          <p:cNvPr id="3" name="Vertical Text Placeholder 2">
            <a:extLst>
              <a:ext uri="{FF2B5EF4-FFF2-40B4-BE49-F238E27FC236}">
                <a16:creationId xmlns:a16="http://schemas.microsoft.com/office/drawing/2014/main" id="{E631BC1F-6A84-74C6-2FA1-025DA5EB99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R"/>
          </a:p>
        </p:txBody>
      </p:sp>
      <p:sp>
        <p:nvSpPr>
          <p:cNvPr id="4" name="Date Placeholder 3">
            <a:extLst>
              <a:ext uri="{FF2B5EF4-FFF2-40B4-BE49-F238E27FC236}">
                <a16:creationId xmlns:a16="http://schemas.microsoft.com/office/drawing/2014/main" id="{1FEDD18F-DAC3-2CD1-F269-9D6A4895EEBC}"/>
              </a:ext>
            </a:extLst>
          </p:cNvPr>
          <p:cNvSpPr>
            <a:spLocks noGrp="1"/>
          </p:cNvSpPr>
          <p:nvPr>
            <p:ph type="dt" sz="half" idx="10"/>
          </p:nvPr>
        </p:nvSpPr>
        <p:spPr/>
        <p:txBody>
          <a:bodyPr/>
          <a:lstStyle/>
          <a:p>
            <a:fld id="{5BF2EFE1-E60D-C846-9555-41ED1C3C3BCA}" type="datetimeFigureOut">
              <a:rPr lang="en-PR" smtClean="0"/>
              <a:t>7/6/26</a:t>
            </a:fld>
            <a:endParaRPr lang="en-PR"/>
          </a:p>
        </p:txBody>
      </p:sp>
      <p:sp>
        <p:nvSpPr>
          <p:cNvPr id="5" name="Footer Placeholder 4">
            <a:extLst>
              <a:ext uri="{FF2B5EF4-FFF2-40B4-BE49-F238E27FC236}">
                <a16:creationId xmlns:a16="http://schemas.microsoft.com/office/drawing/2014/main" id="{0E97A7CA-F310-B669-568E-FA18802C628C}"/>
              </a:ext>
            </a:extLst>
          </p:cNvPr>
          <p:cNvSpPr>
            <a:spLocks noGrp="1"/>
          </p:cNvSpPr>
          <p:nvPr>
            <p:ph type="ftr" sz="quarter" idx="11"/>
          </p:nvPr>
        </p:nvSpPr>
        <p:spPr/>
        <p:txBody>
          <a:bodyPr/>
          <a:lstStyle/>
          <a:p>
            <a:endParaRPr lang="en-PR"/>
          </a:p>
        </p:txBody>
      </p:sp>
      <p:sp>
        <p:nvSpPr>
          <p:cNvPr id="6" name="Slide Number Placeholder 5">
            <a:extLst>
              <a:ext uri="{FF2B5EF4-FFF2-40B4-BE49-F238E27FC236}">
                <a16:creationId xmlns:a16="http://schemas.microsoft.com/office/drawing/2014/main" id="{C072FF22-23DF-8B32-FD2B-B6FA0254C420}"/>
              </a:ext>
            </a:extLst>
          </p:cNvPr>
          <p:cNvSpPr>
            <a:spLocks noGrp="1"/>
          </p:cNvSpPr>
          <p:nvPr>
            <p:ph type="sldNum" sz="quarter" idx="12"/>
          </p:nvPr>
        </p:nvSpPr>
        <p:spPr/>
        <p:txBody>
          <a:bodyPr/>
          <a:lstStyle/>
          <a:p>
            <a:fld id="{9F19A4B7-3FB4-AC4B-89EC-D1E13A0B46E8}" type="slidenum">
              <a:rPr lang="en-PR" smtClean="0"/>
              <a:t>‹#›</a:t>
            </a:fld>
            <a:endParaRPr lang="en-PR"/>
          </a:p>
        </p:txBody>
      </p:sp>
    </p:spTree>
    <p:extLst>
      <p:ext uri="{BB962C8B-B14F-4D97-AF65-F5344CB8AC3E}">
        <p14:creationId xmlns:p14="http://schemas.microsoft.com/office/powerpoint/2010/main" val="357884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71ECA6-3307-B729-1FE8-B6E2B5AEBD5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R"/>
          </a:p>
        </p:txBody>
      </p:sp>
      <p:sp>
        <p:nvSpPr>
          <p:cNvPr id="3" name="Vertical Text Placeholder 2">
            <a:extLst>
              <a:ext uri="{FF2B5EF4-FFF2-40B4-BE49-F238E27FC236}">
                <a16:creationId xmlns:a16="http://schemas.microsoft.com/office/drawing/2014/main" id="{918CFFE9-DB6D-E0BC-5812-9C2E9FDCF6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R"/>
          </a:p>
        </p:txBody>
      </p:sp>
      <p:sp>
        <p:nvSpPr>
          <p:cNvPr id="4" name="Date Placeholder 3">
            <a:extLst>
              <a:ext uri="{FF2B5EF4-FFF2-40B4-BE49-F238E27FC236}">
                <a16:creationId xmlns:a16="http://schemas.microsoft.com/office/drawing/2014/main" id="{69A64224-202F-1435-3C8F-940BF1529091}"/>
              </a:ext>
            </a:extLst>
          </p:cNvPr>
          <p:cNvSpPr>
            <a:spLocks noGrp="1"/>
          </p:cNvSpPr>
          <p:nvPr>
            <p:ph type="dt" sz="half" idx="10"/>
          </p:nvPr>
        </p:nvSpPr>
        <p:spPr/>
        <p:txBody>
          <a:bodyPr/>
          <a:lstStyle/>
          <a:p>
            <a:fld id="{5BF2EFE1-E60D-C846-9555-41ED1C3C3BCA}" type="datetimeFigureOut">
              <a:rPr lang="en-PR" smtClean="0"/>
              <a:t>7/6/26</a:t>
            </a:fld>
            <a:endParaRPr lang="en-PR"/>
          </a:p>
        </p:txBody>
      </p:sp>
      <p:sp>
        <p:nvSpPr>
          <p:cNvPr id="5" name="Footer Placeholder 4">
            <a:extLst>
              <a:ext uri="{FF2B5EF4-FFF2-40B4-BE49-F238E27FC236}">
                <a16:creationId xmlns:a16="http://schemas.microsoft.com/office/drawing/2014/main" id="{E0A42D63-284E-48AB-D74A-A9111524062F}"/>
              </a:ext>
            </a:extLst>
          </p:cNvPr>
          <p:cNvSpPr>
            <a:spLocks noGrp="1"/>
          </p:cNvSpPr>
          <p:nvPr>
            <p:ph type="ftr" sz="quarter" idx="11"/>
          </p:nvPr>
        </p:nvSpPr>
        <p:spPr/>
        <p:txBody>
          <a:bodyPr/>
          <a:lstStyle/>
          <a:p>
            <a:endParaRPr lang="en-PR"/>
          </a:p>
        </p:txBody>
      </p:sp>
      <p:sp>
        <p:nvSpPr>
          <p:cNvPr id="6" name="Slide Number Placeholder 5">
            <a:extLst>
              <a:ext uri="{FF2B5EF4-FFF2-40B4-BE49-F238E27FC236}">
                <a16:creationId xmlns:a16="http://schemas.microsoft.com/office/drawing/2014/main" id="{74203807-66E2-9B41-4BAD-F66CE01DF18B}"/>
              </a:ext>
            </a:extLst>
          </p:cNvPr>
          <p:cNvSpPr>
            <a:spLocks noGrp="1"/>
          </p:cNvSpPr>
          <p:nvPr>
            <p:ph type="sldNum" sz="quarter" idx="12"/>
          </p:nvPr>
        </p:nvSpPr>
        <p:spPr/>
        <p:txBody>
          <a:bodyPr/>
          <a:lstStyle/>
          <a:p>
            <a:fld id="{9F19A4B7-3FB4-AC4B-89EC-D1E13A0B46E8}" type="slidenum">
              <a:rPr lang="en-PR" smtClean="0"/>
              <a:t>‹#›</a:t>
            </a:fld>
            <a:endParaRPr lang="en-PR"/>
          </a:p>
        </p:txBody>
      </p:sp>
    </p:spTree>
    <p:extLst>
      <p:ext uri="{BB962C8B-B14F-4D97-AF65-F5344CB8AC3E}">
        <p14:creationId xmlns:p14="http://schemas.microsoft.com/office/powerpoint/2010/main" val="3467687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A97D3B-EF41-15FE-0FDA-7E992AB380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R"/>
          </a:p>
        </p:txBody>
      </p:sp>
      <p:sp>
        <p:nvSpPr>
          <p:cNvPr id="3" name="Text Placeholder 2">
            <a:extLst>
              <a:ext uri="{FF2B5EF4-FFF2-40B4-BE49-F238E27FC236}">
                <a16:creationId xmlns:a16="http://schemas.microsoft.com/office/drawing/2014/main" id="{F16624C6-0817-9F62-F374-CD6D93E8E0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R"/>
          </a:p>
        </p:txBody>
      </p:sp>
      <p:sp>
        <p:nvSpPr>
          <p:cNvPr id="4" name="Date Placeholder 3">
            <a:extLst>
              <a:ext uri="{FF2B5EF4-FFF2-40B4-BE49-F238E27FC236}">
                <a16:creationId xmlns:a16="http://schemas.microsoft.com/office/drawing/2014/main" id="{366E1343-FE24-45DA-7568-567E2505DE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F2EFE1-E60D-C846-9555-41ED1C3C3BCA}" type="datetimeFigureOut">
              <a:rPr lang="en-PR" smtClean="0"/>
              <a:t>7/6/26</a:t>
            </a:fld>
            <a:endParaRPr lang="en-PR"/>
          </a:p>
        </p:txBody>
      </p:sp>
      <p:sp>
        <p:nvSpPr>
          <p:cNvPr id="5" name="Footer Placeholder 4">
            <a:extLst>
              <a:ext uri="{FF2B5EF4-FFF2-40B4-BE49-F238E27FC236}">
                <a16:creationId xmlns:a16="http://schemas.microsoft.com/office/drawing/2014/main" id="{C5CBDAE6-E86E-3342-F280-3925F326B9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R"/>
          </a:p>
        </p:txBody>
      </p:sp>
      <p:sp>
        <p:nvSpPr>
          <p:cNvPr id="6" name="Slide Number Placeholder 5">
            <a:extLst>
              <a:ext uri="{FF2B5EF4-FFF2-40B4-BE49-F238E27FC236}">
                <a16:creationId xmlns:a16="http://schemas.microsoft.com/office/drawing/2014/main" id="{A0937666-CFA2-495B-3F71-1462D08780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F19A4B7-3FB4-AC4B-89EC-D1E13A0B46E8}" type="slidenum">
              <a:rPr lang="en-PR" smtClean="0"/>
              <a:t>‹#›</a:t>
            </a:fld>
            <a:endParaRPr lang="en-PR"/>
          </a:p>
        </p:txBody>
      </p:sp>
    </p:spTree>
    <p:extLst>
      <p:ext uri="{BB962C8B-B14F-4D97-AF65-F5344CB8AC3E}">
        <p14:creationId xmlns:p14="http://schemas.microsoft.com/office/powerpoint/2010/main" val="38282891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65F0E-1A9C-07F4-DD41-5C84B9E52E95}"/>
              </a:ext>
            </a:extLst>
          </p:cNvPr>
          <p:cNvSpPr>
            <a:spLocks noGrp="1"/>
          </p:cNvSpPr>
          <p:nvPr>
            <p:ph type="ctrTitle"/>
          </p:nvPr>
        </p:nvSpPr>
        <p:spPr>
          <a:xfrm>
            <a:off x="1524000" y="1811680"/>
            <a:ext cx="9144000" cy="2387600"/>
          </a:xfrm>
        </p:spPr>
        <p:txBody>
          <a:bodyPr>
            <a:normAutofit fontScale="90000"/>
          </a:bodyPr>
          <a:lstStyle/>
          <a:p>
            <a:r>
              <a:rPr lang="en-PR" dirty="0"/>
              <a:t>Supervised Contour-Based Pipeline for Butterfly Scale Pedicel Validation </a:t>
            </a:r>
          </a:p>
        </p:txBody>
      </p:sp>
      <p:sp>
        <p:nvSpPr>
          <p:cNvPr id="3" name="Subtitle 2">
            <a:extLst>
              <a:ext uri="{FF2B5EF4-FFF2-40B4-BE49-F238E27FC236}">
                <a16:creationId xmlns:a16="http://schemas.microsoft.com/office/drawing/2014/main" id="{76318A54-2E87-37CF-C19E-5BF92D8108C7}"/>
              </a:ext>
            </a:extLst>
          </p:cNvPr>
          <p:cNvSpPr>
            <a:spLocks noGrp="1"/>
          </p:cNvSpPr>
          <p:nvPr>
            <p:ph type="subTitle" idx="1"/>
          </p:nvPr>
        </p:nvSpPr>
        <p:spPr>
          <a:xfrm>
            <a:off x="1524000" y="4372496"/>
            <a:ext cx="9144000" cy="885304"/>
          </a:xfrm>
        </p:spPr>
        <p:txBody>
          <a:bodyPr>
            <a:normAutofit/>
          </a:bodyPr>
          <a:lstStyle/>
          <a:p>
            <a:r>
              <a:rPr lang="en-PR" dirty="0"/>
              <a:t>Julian Soto</a:t>
            </a:r>
          </a:p>
        </p:txBody>
      </p:sp>
    </p:spTree>
    <p:extLst>
      <p:ext uri="{BB962C8B-B14F-4D97-AF65-F5344CB8AC3E}">
        <p14:creationId xmlns:p14="http://schemas.microsoft.com/office/powerpoint/2010/main" val="30892988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3613F-9ABF-16C5-A9DB-014B5C1CA3E6}"/>
              </a:ext>
            </a:extLst>
          </p:cNvPr>
          <p:cNvSpPr>
            <a:spLocks noGrp="1"/>
          </p:cNvSpPr>
          <p:nvPr>
            <p:ph type="title"/>
          </p:nvPr>
        </p:nvSpPr>
        <p:spPr/>
        <p:txBody>
          <a:bodyPr/>
          <a:lstStyle/>
          <a:p>
            <a:r>
              <a:rPr lang="en-PR" dirty="0"/>
              <a:t>Main Pipeline Structure:</a:t>
            </a:r>
          </a:p>
        </p:txBody>
      </p:sp>
      <p:sp>
        <p:nvSpPr>
          <p:cNvPr id="3" name="Content Placeholder 2">
            <a:extLst>
              <a:ext uri="{FF2B5EF4-FFF2-40B4-BE49-F238E27FC236}">
                <a16:creationId xmlns:a16="http://schemas.microsoft.com/office/drawing/2014/main" id="{71760BAC-01C6-C362-DD13-3A63636C5F5B}"/>
              </a:ext>
            </a:extLst>
          </p:cNvPr>
          <p:cNvSpPr>
            <a:spLocks noGrp="1"/>
          </p:cNvSpPr>
          <p:nvPr>
            <p:ph idx="1"/>
          </p:nvPr>
        </p:nvSpPr>
        <p:spPr/>
        <p:txBody>
          <a:bodyPr>
            <a:normAutofit fontScale="92500"/>
          </a:bodyPr>
          <a:lstStyle/>
          <a:p>
            <a:pPr marL="514350" indent="-514350">
              <a:buFont typeface="+mj-lt"/>
              <a:buAutoNum type="arabicPeriod"/>
            </a:pPr>
            <a:r>
              <a:rPr lang="en-PR" dirty="0"/>
              <a:t>Raw Microscopy Image Dataset</a:t>
            </a:r>
          </a:p>
          <a:p>
            <a:pPr marL="514350" indent="-514350">
              <a:buFont typeface="+mj-lt"/>
              <a:buAutoNum type="arabicPeriod"/>
            </a:pPr>
            <a:r>
              <a:rPr lang="en-PR" dirty="0"/>
              <a:t>Contour and Mask Extraction (</a:t>
            </a:r>
            <a:r>
              <a:rPr lang="en-US" dirty="0" err="1"/>
              <a:t>ERISE_scale_shape_extraction.ipynb</a:t>
            </a:r>
            <a:r>
              <a:rPr lang="en-US" dirty="0"/>
              <a:t>)</a:t>
            </a:r>
            <a:endParaRPr lang="en-PR" dirty="0"/>
          </a:p>
          <a:p>
            <a:pPr marL="514350" indent="-514350">
              <a:buFont typeface="+mj-lt"/>
              <a:buAutoNum type="arabicPeriod"/>
            </a:pPr>
            <a:r>
              <a:rPr lang="en-PR" dirty="0"/>
              <a:t>Annotation-Based Pedicel Reference (scale_shape_ansalysis GUI)</a:t>
            </a:r>
          </a:p>
          <a:p>
            <a:pPr marL="514350" indent="-514350">
              <a:buFont typeface="+mj-lt"/>
              <a:buAutoNum type="arabicPeriod"/>
            </a:pPr>
            <a:r>
              <a:rPr lang="en-PR" dirty="0"/>
              <a:t>Positive Training Contour Generation (</a:t>
            </a:r>
            <a:r>
              <a:rPr lang="en-US" dirty="0" err="1"/>
              <a:t>pedicel_classification.ipynb</a:t>
            </a:r>
            <a:r>
              <a:rPr lang="en-US" dirty="0"/>
              <a:t>)</a:t>
            </a:r>
            <a:endParaRPr lang="en-PR" dirty="0"/>
          </a:p>
          <a:p>
            <a:pPr marL="514350" indent="-514350">
              <a:buFont typeface="+mj-lt"/>
              <a:buAutoNum type="arabicPeriod"/>
            </a:pPr>
            <a:r>
              <a:rPr lang="en-PR" dirty="0"/>
              <a:t>Negative Training Contour Generation (</a:t>
            </a:r>
            <a:r>
              <a:rPr lang="en-US" dirty="0" err="1"/>
              <a:t>pedicel_classification.ipynb</a:t>
            </a:r>
            <a:r>
              <a:rPr lang="en-US" dirty="0"/>
              <a:t>)</a:t>
            </a:r>
            <a:endParaRPr lang="en-PR" dirty="0"/>
          </a:p>
          <a:p>
            <a:pPr marL="514350" indent="-514350">
              <a:buFont typeface="+mj-lt"/>
              <a:buAutoNum type="arabicPeriod"/>
            </a:pPr>
            <a:r>
              <a:rPr lang="en-PR" dirty="0"/>
              <a:t>Fourier Transformations (</a:t>
            </a:r>
            <a:r>
              <a:rPr lang="en-US" dirty="0" err="1"/>
              <a:t>pedicel_classification.ipynb</a:t>
            </a:r>
            <a:r>
              <a:rPr lang="en-US" dirty="0"/>
              <a:t>)</a:t>
            </a:r>
            <a:endParaRPr lang="en-PR" dirty="0"/>
          </a:p>
          <a:p>
            <a:pPr marL="514350" indent="-514350">
              <a:buFont typeface="+mj-lt"/>
              <a:buAutoNum type="arabicPeriod"/>
            </a:pPr>
            <a:r>
              <a:rPr lang="en-PR" dirty="0"/>
              <a:t>Supervised ML Dataset Construction (</a:t>
            </a:r>
            <a:r>
              <a:rPr lang="en-US" dirty="0" err="1"/>
              <a:t>pedicel_classification.ipynb</a:t>
            </a:r>
            <a:r>
              <a:rPr lang="en-US" dirty="0"/>
              <a:t>)</a:t>
            </a:r>
            <a:endParaRPr lang="en-PR" dirty="0"/>
          </a:p>
          <a:p>
            <a:pPr marL="514350" indent="-514350">
              <a:buFont typeface="+mj-lt"/>
              <a:buAutoNum type="arabicPeriod"/>
            </a:pPr>
            <a:r>
              <a:rPr lang="en-PR" dirty="0"/>
              <a:t>Model Training (</a:t>
            </a:r>
            <a:r>
              <a:rPr lang="en-US" dirty="0" err="1"/>
              <a:t>pedicel_classification.ipynb</a:t>
            </a:r>
            <a:r>
              <a:rPr lang="en-US" dirty="0"/>
              <a:t>)</a:t>
            </a:r>
            <a:endParaRPr lang="en-PR" dirty="0"/>
          </a:p>
          <a:p>
            <a:pPr marL="514350" indent="-514350">
              <a:buFont typeface="+mj-lt"/>
              <a:buAutoNum type="arabicPeriod"/>
            </a:pPr>
            <a:r>
              <a:rPr lang="en-PR" dirty="0"/>
              <a:t>Model Evaluation (</a:t>
            </a:r>
            <a:r>
              <a:rPr lang="en-US" dirty="0" err="1"/>
              <a:t>pedicel_classification.ipynb</a:t>
            </a:r>
            <a:r>
              <a:rPr lang="en-US" dirty="0"/>
              <a:t>)</a:t>
            </a:r>
            <a:endParaRPr lang="en-PR" dirty="0"/>
          </a:p>
        </p:txBody>
      </p:sp>
    </p:spTree>
    <p:extLst>
      <p:ext uri="{BB962C8B-B14F-4D97-AF65-F5344CB8AC3E}">
        <p14:creationId xmlns:p14="http://schemas.microsoft.com/office/powerpoint/2010/main" val="3653435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D4247-1D50-F1C6-227A-4F1AC87B8A17}"/>
              </a:ext>
            </a:extLst>
          </p:cNvPr>
          <p:cNvSpPr>
            <a:spLocks noGrp="1"/>
          </p:cNvSpPr>
          <p:nvPr>
            <p:ph type="title"/>
          </p:nvPr>
        </p:nvSpPr>
        <p:spPr/>
        <p:txBody>
          <a:bodyPr/>
          <a:lstStyle/>
          <a:p>
            <a:r>
              <a:rPr lang="en-PR" dirty="0"/>
              <a:t>Raw Microscopy Image Dataset</a:t>
            </a:r>
          </a:p>
        </p:txBody>
      </p:sp>
      <p:sp>
        <p:nvSpPr>
          <p:cNvPr id="3" name="Content Placeholder 2">
            <a:extLst>
              <a:ext uri="{FF2B5EF4-FFF2-40B4-BE49-F238E27FC236}">
                <a16:creationId xmlns:a16="http://schemas.microsoft.com/office/drawing/2014/main" id="{DC0CD10C-F27B-2388-0516-88553ED58C62}"/>
              </a:ext>
            </a:extLst>
          </p:cNvPr>
          <p:cNvSpPr>
            <a:spLocks noGrp="1"/>
          </p:cNvSpPr>
          <p:nvPr>
            <p:ph idx="1"/>
          </p:nvPr>
        </p:nvSpPr>
        <p:spPr>
          <a:xfrm>
            <a:off x="839789" y="2957250"/>
            <a:ext cx="10515600" cy="3443549"/>
          </a:xfrm>
        </p:spPr>
        <p:txBody>
          <a:bodyPr/>
          <a:lstStyle/>
          <a:p>
            <a:pPr marL="0" indent="0">
              <a:buNone/>
            </a:pPr>
            <a:endParaRPr lang="en-PR" dirty="0"/>
          </a:p>
        </p:txBody>
      </p:sp>
      <p:sp>
        <p:nvSpPr>
          <p:cNvPr id="4" name="Text Placeholder 3">
            <a:extLst>
              <a:ext uri="{FF2B5EF4-FFF2-40B4-BE49-F238E27FC236}">
                <a16:creationId xmlns:a16="http://schemas.microsoft.com/office/drawing/2014/main" id="{A8B152ED-57F1-EC7B-FBA1-F2495E0EB865}"/>
              </a:ext>
            </a:extLst>
          </p:cNvPr>
          <p:cNvSpPr>
            <a:spLocks noGrp="1"/>
          </p:cNvSpPr>
          <p:nvPr>
            <p:ph type="body" sz="half" idx="2"/>
          </p:nvPr>
        </p:nvSpPr>
        <p:spPr>
          <a:xfrm>
            <a:off x="839788" y="2057400"/>
            <a:ext cx="10512423" cy="953086"/>
          </a:xfrm>
        </p:spPr>
        <p:txBody>
          <a:bodyPr/>
          <a:lstStyle/>
          <a:p>
            <a:r>
              <a:rPr lang="en-PR" dirty="0"/>
              <a:t>The project begins with approximately 13,000 microscopy images of butterfly scales. These images represent the original visual dataset from which then contour information is extracted.</a:t>
            </a:r>
          </a:p>
        </p:txBody>
      </p:sp>
      <p:pic>
        <p:nvPicPr>
          <p:cNvPr id="23" name="Picture 22">
            <a:extLst>
              <a:ext uri="{FF2B5EF4-FFF2-40B4-BE49-F238E27FC236}">
                <a16:creationId xmlns:a16="http://schemas.microsoft.com/office/drawing/2014/main" id="{E0B8A904-C1E2-D05A-8F07-D1FF1BD43DB8}"/>
              </a:ext>
            </a:extLst>
          </p:cNvPr>
          <p:cNvPicPr>
            <a:picLocks noChangeAspect="1"/>
          </p:cNvPicPr>
          <p:nvPr/>
        </p:nvPicPr>
        <p:blipFill>
          <a:blip r:embed="rId2"/>
          <a:srcRect l="11930" r="14047" b="-2"/>
          <a:stretch>
            <a:fillRect/>
          </a:stretch>
        </p:blipFill>
        <p:spPr>
          <a:xfrm>
            <a:off x="2216806" y="2957250"/>
            <a:ext cx="3398624" cy="3443550"/>
          </a:xfrm>
          <a:prstGeom prst="rect">
            <a:avLst/>
          </a:prstGeom>
        </p:spPr>
      </p:pic>
      <p:pic>
        <p:nvPicPr>
          <p:cNvPr id="24" name="Picture 23">
            <a:extLst>
              <a:ext uri="{FF2B5EF4-FFF2-40B4-BE49-F238E27FC236}">
                <a16:creationId xmlns:a16="http://schemas.microsoft.com/office/drawing/2014/main" id="{0E78209E-E2C1-656E-BD9F-1710ECAF81F0}"/>
              </a:ext>
            </a:extLst>
          </p:cNvPr>
          <p:cNvPicPr>
            <a:picLocks noChangeAspect="1"/>
          </p:cNvPicPr>
          <p:nvPr/>
        </p:nvPicPr>
        <p:blipFill>
          <a:blip r:embed="rId3"/>
          <a:srcRect l="13096" r="12800" b="-2"/>
          <a:stretch>
            <a:fillRect/>
          </a:stretch>
        </p:blipFill>
        <p:spPr>
          <a:xfrm>
            <a:off x="6239929" y="2957250"/>
            <a:ext cx="3402347" cy="3443550"/>
          </a:xfrm>
          <a:prstGeom prst="rect">
            <a:avLst/>
          </a:prstGeom>
        </p:spPr>
      </p:pic>
    </p:spTree>
    <p:extLst>
      <p:ext uri="{BB962C8B-B14F-4D97-AF65-F5344CB8AC3E}">
        <p14:creationId xmlns:p14="http://schemas.microsoft.com/office/powerpoint/2010/main" val="47606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6">
            <a:extLst>
              <a:ext uri="{FF2B5EF4-FFF2-40B4-BE49-F238E27FC236}">
                <a16:creationId xmlns:a16="http://schemas.microsoft.com/office/drawing/2014/main" id="{347B7FF1-0EF7-72E2-09DD-16A6A3B3A593}"/>
              </a:ext>
            </a:extLst>
          </p:cNvPr>
          <p:cNvSpPr>
            <a:spLocks noGrp="1"/>
          </p:cNvSpPr>
          <p:nvPr>
            <p:ph type="title"/>
          </p:nvPr>
        </p:nvSpPr>
        <p:spPr>
          <a:xfrm>
            <a:off x="630936" y="457200"/>
            <a:ext cx="4343400" cy="1929384"/>
          </a:xfrm>
        </p:spPr>
        <p:txBody>
          <a:bodyPr vert="horz" lIns="91440" tIns="45720" rIns="91440" bIns="45720" rtlCol="0" anchor="ctr">
            <a:normAutofit/>
          </a:bodyPr>
          <a:lstStyle/>
          <a:p>
            <a:r>
              <a:rPr lang="en-US" sz="4400"/>
              <a:t>Contour and Mask Extraction</a:t>
            </a:r>
            <a:br>
              <a:rPr lang="en-US" sz="4400"/>
            </a:br>
            <a:endParaRPr lang="en-US" sz="4400"/>
          </a:p>
        </p:txBody>
      </p:sp>
      <p:sp>
        <p:nvSpPr>
          <p:cNvPr id="26"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8">
            <a:extLst>
              <a:ext uri="{FF2B5EF4-FFF2-40B4-BE49-F238E27FC236}">
                <a16:creationId xmlns:a16="http://schemas.microsoft.com/office/drawing/2014/main" id="{34194BCD-2780-913A-DD29-43C1DB3B21D6}"/>
              </a:ext>
            </a:extLst>
          </p:cNvPr>
          <p:cNvSpPr>
            <a:spLocks noGrp="1"/>
          </p:cNvSpPr>
          <p:nvPr>
            <p:ph type="body" sz="half" idx="2"/>
          </p:nvPr>
        </p:nvSpPr>
        <p:spPr>
          <a:xfrm>
            <a:off x="5541263" y="457200"/>
            <a:ext cx="6007608" cy="1929384"/>
          </a:xfrm>
        </p:spPr>
        <p:txBody>
          <a:bodyPr vert="horz" lIns="91440" tIns="45720" rIns="91440" bIns="45720" rtlCol="0" anchor="ctr">
            <a:normAutofit/>
          </a:bodyPr>
          <a:lstStyle/>
          <a:p>
            <a:r>
              <a:rPr lang="en-US" sz="2200" dirty="0"/>
              <a:t>The raw images are processed through an existing contour and mask extraction pipeline. This produces an abstracted contour dataset, where each butterfly scale is represented as an ordered </a:t>
            </a:r>
            <a:r>
              <a:rPr lang="en-US" sz="2200" dirty="0" err="1"/>
              <a:t>sequece</a:t>
            </a:r>
            <a:r>
              <a:rPr lang="en-US" sz="2200" dirty="0"/>
              <a:t> of contour points.</a:t>
            </a:r>
          </a:p>
        </p:txBody>
      </p:sp>
      <p:pic>
        <p:nvPicPr>
          <p:cNvPr id="19" name="Picture 18">
            <a:extLst>
              <a:ext uri="{FF2B5EF4-FFF2-40B4-BE49-F238E27FC236}">
                <a16:creationId xmlns:a16="http://schemas.microsoft.com/office/drawing/2014/main" id="{018F1D9F-EF7E-174F-19E6-EDBB4D2F4A92}"/>
              </a:ext>
            </a:extLst>
          </p:cNvPr>
          <p:cNvPicPr>
            <a:picLocks noChangeAspect="1"/>
          </p:cNvPicPr>
          <p:nvPr/>
        </p:nvPicPr>
        <p:blipFill rotWithShape="1">
          <a:blip r:embed="rId2"/>
          <a:srcRect l="9946" t="7564" r="20774" b="10385"/>
          <a:stretch/>
        </p:blipFill>
        <p:spPr>
          <a:xfrm>
            <a:off x="1170125" y="2569464"/>
            <a:ext cx="4060550" cy="3678936"/>
          </a:xfrm>
          <a:prstGeom prst="rect">
            <a:avLst/>
          </a:prstGeom>
        </p:spPr>
      </p:pic>
      <p:pic>
        <p:nvPicPr>
          <p:cNvPr id="18" name="Picture 17">
            <a:extLst>
              <a:ext uri="{FF2B5EF4-FFF2-40B4-BE49-F238E27FC236}">
                <a16:creationId xmlns:a16="http://schemas.microsoft.com/office/drawing/2014/main" id="{2BA8C822-95EE-A8A0-A2B1-AE7B94030CC8}"/>
              </a:ext>
            </a:extLst>
          </p:cNvPr>
          <p:cNvPicPr>
            <a:picLocks noChangeAspect="1"/>
          </p:cNvPicPr>
          <p:nvPr/>
        </p:nvPicPr>
        <p:blipFill rotWithShape="1">
          <a:blip r:embed="rId3"/>
          <a:srcRect l="36908" t="7036" r="34133" b="7831"/>
          <a:stretch/>
        </p:blipFill>
        <p:spPr>
          <a:xfrm>
            <a:off x="6558582" y="2569464"/>
            <a:ext cx="4859940" cy="3678936"/>
          </a:xfrm>
          <a:prstGeom prst="rect">
            <a:avLst/>
          </a:prstGeom>
        </p:spPr>
      </p:pic>
    </p:spTree>
    <p:extLst>
      <p:ext uri="{BB962C8B-B14F-4D97-AF65-F5344CB8AC3E}">
        <p14:creationId xmlns:p14="http://schemas.microsoft.com/office/powerpoint/2010/main" val="9307351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3CBEF12-C9B8-466E-A7FE-B00B9ADF43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A0307C-EC74-10FB-1BAD-433C5931C560}"/>
              </a:ext>
            </a:extLst>
          </p:cNvPr>
          <p:cNvSpPr>
            <a:spLocks noGrp="1"/>
          </p:cNvSpPr>
          <p:nvPr>
            <p:ph type="title"/>
          </p:nvPr>
        </p:nvSpPr>
        <p:spPr>
          <a:xfrm>
            <a:off x="838199" y="370319"/>
            <a:ext cx="4164401" cy="1851885"/>
          </a:xfrm>
        </p:spPr>
        <p:txBody>
          <a:bodyPr vert="horz" lIns="91440" tIns="45720" rIns="91440" bIns="45720" rtlCol="0" anchor="ctr">
            <a:normAutofit/>
          </a:bodyPr>
          <a:lstStyle/>
          <a:p>
            <a:r>
              <a:rPr lang="en-US" sz="4000" kern="1200">
                <a:solidFill>
                  <a:schemeClr val="tx1"/>
                </a:solidFill>
                <a:latin typeface="+mj-lt"/>
                <a:ea typeface="+mj-ea"/>
                <a:cs typeface="+mj-cs"/>
              </a:rPr>
              <a:t>Annotation-Based Pedicel Reference</a:t>
            </a:r>
          </a:p>
        </p:txBody>
      </p:sp>
      <p:sp>
        <p:nvSpPr>
          <p:cNvPr id="4" name="Text Placeholder 3">
            <a:extLst>
              <a:ext uri="{FF2B5EF4-FFF2-40B4-BE49-F238E27FC236}">
                <a16:creationId xmlns:a16="http://schemas.microsoft.com/office/drawing/2014/main" id="{EBD143DD-237A-0059-6531-939261D98A21}"/>
              </a:ext>
            </a:extLst>
          </p:cNvPr>
          <p:cNvSpPr>
            <a:spLocks noGrp="1"/>
          </p:cNvSpPr>
          <p:nvPr>
            <p:ph type="body" sz="half" idx="2"/>
          </p:nvPr>
        </p:nvSpPr>
        <p:spPr>
          <a:xfrm>
            <a:off x="5188941" y="370319"/>
            <a:ext cx="6298971" cy="1851885"/>
          </a:xfrm>
        </p:spPr>
        <p:txBody>
          <a:bodyPr vert="horz" lIns="91440" tIns="45720" rIns="91440" bIns="45720" rtlCol="0" anchor="ctr">
            <a:normAutofit/>
          </a:bodyPr>
          <a:lstStyle/>
          <a:p>
            <a:r>
              <a:rPr lang="en-US" sz="2000" dirty="0"/>
              <a:t>Each contour is linked to an annotated stem (pedicel) point, identified by </a:t>
            </a:r>
            <a:r>
              <a:rPr lang="en-US" sz="2000" dirty="0" err="1"/>
              <a:t>stem_id_ann</a:t>
            </a:r>
            <a:r>
              <a:rPr lang="en-US" sz="2000" dirty="0"/>
              <a:t>. This point serves as the reference location for the true stem and is used to construct positive training examples.</a:t>
            </a:r>
          </a:p>
        </p:txBody>
      </p:sp>
      <p:pic>
        <p:nvPicPr>
          <p:cNvPr id="5" name="Content Placeholder 4">
            <a:extLst>
              <a:ext uri="{FF2B5EF4-FFF2-40B4-BE49-F238E27FC236}">
                <a16:creationId xmlns:a16="http://schemas.microsoft.com/office/drawing/2014/main" id="{41F8C88A-690B-93F4-98D4-01293418688F}"/>
              </a:ext>
            </a:extLst>
          </p:cNvPr>
          <p:cNvPicPr>
            <a:picLocks noGrp="1" noChangeAspect="1"/>
          </p:cNvPicPr>
          <p:nvPr>
            <p:ph idx="1"/>
          </p:nvPr>
        </p:nvPicPr>
        <p:blipFill>
          <a:blip r:embed="rId2"/>
          <a:srcRect t="2467" r="3" b="4177"/>
          <a:stretch>
            <a:fillRect/>
          </a:stretch>
        </p:blipFill>
        <p:spPr>
          <a:xfrm>
            <a:off x="838199" y="2392326"/>
            <a:ext cx="4164414" cy="3917209"/>
          </a:xfrm>
          <a:prstGeom prst="rect">
            <a:avLst/>
          </a:prstGeom>
        </p:spPr>
      </p:pic>
      <p:pic>
        <p:nvPicPr>
          <p:cNvPr id="7" name="Picture 6">
            <a:extLst>
              <a:ext uri="{FF2B5EF4-FFF2-40B4-BE49-F238E27FC236}">
                <a16:creationId xmlns:a16="http://schemas.microsoft.com/office/drawing/2014/main" id="{F9B24468-5CF2-EE7A-6C12-DE7D8BF7A9D6}"/>
              </a:ext>
            </a:extLst>
          </p:cNvPr>
          <p:cNvPicPr>
            <a:picLocks noChangeAspect="1"/>
          </p:cNvPicPr>
          <p:nvPr/>
        </p:nvPicPr>
        <p:blipFill>
          <a:blip r:embed="rId3"/>
          <a:srcRect r="6332"/>
          <a:stretch>
            <a:fillRect/>
          </a:stretch>
        </p:blipFill>
        <p:spPr>
          <a:xfrm>
            <a:off x="5188940" y="2392326"/>
            <a:ext cx="6298971" cy="3917209"/>
          </a:xfrm>
          <a:prstGeom prst="rect">
            <a:avLst/>
          </a:prstGeom>
        </p:spPr>
      </p:pic>
      <p:sp>
        <p:nvSpPr>
          <p:cNvPr id="3" name="TextBox 2">
            <a:extLst>
              <a:ext uri="{FF2B5EF4-FFF2-40B4-BE49-F238E27FC236}">
                <a16:creationId xmlns:a16="http://schemas.microsoft.com/office/drawing/2014/main" id="{C0BB0CC0-B7C7-DEA2-8731-41BE6A607787}"/>
              </a:ext>
            </a:extLst>
          </p:cNvPr>
          <p:cNvSpPr txBox="1"/>
          <p:nvPr/>
        </p:nvSpPr>
        <p:spPr>
          <a:xfrm>
            <a:off x="838199" y="6479657"/>
            <a:ext cx="8654936" cy="369332"/>
          </a:xfrm>
          <a:prstGeom prst="rect">
            <a:avLst/>
          </a:prstGeom>
          <a:noFill/>
        </p:spPr>
        <p:txBody>
          <a:bodyPr wrap="square" rtlCol="0">
            <a:spAutoFit/>
          </a:bodyPr>
          <a:lstStyle/>
          <a:p>
            <a:r>
              <a:rPr lang="en-US" dirty="0"/>
              <a:t>https://</a:t>
            </a:r>
            <a:r>
              <a:rPr lang="en-US" dirty="0" err="1"/>
              <a:t>github.com</a:t>
            </a:r>
            <a:r>
              <a:rPr lang="en-US" dirty="0"/>
              <a:t>/</a:t>
            </a:r>
            <a:r>
              <a:rPr lang="en-US" dirty="0" err="1"/>
              <a:t>megretlab</a:t>
            </a:r>
            <a:r>
              <a:rPr lang="en-US" dirty="0"/>
              <a:t>/</a:t>
            </a:r>
            <a:r>
              <a:rPr lang="en-US" dirty="0" err="1"/>
              <a:t>scale_shape_analysis</a:t>
            </a:r>
            <a:r>
              <a:rPr lang="en-US" dirty="0"/>
              <a:t>/tree/main/</a:t>
            </a:r>
            <a:r>
              <a:rPr lang="en-US" dirty="0" err="1"/>
              <a:t>scale_shape_analysis</a:t>
            </a:r>
            <a:endParaRPr lang="en-PR" dirty="0"/>
          </a:p>
        </p:txBody>
      </p:sp>
    </p:spTree>
    <p:extLst>
      <p:ext uri="{BB962C8B-B14F-4D97-AF65-F5344CB8AC3E}">
        <p14:creationId xmlns:p14="http://schemas.microsoft.com/office/powerpoint/2010/main" val="3168778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8C6AF-8546-273D-73B3-6FEF2AE9337F}"/>
              </a:ext>
            </a:extLst>
          </p:cNvPr>
          <p:cNvSpPr>
            <a:spLocks noGrp="1"/>
          </p:cNvSpPr>
          <p:nvPr>
            <p:ph type="title"/>
          </p:nvPr>
        </p:nvSpPr>
        <p:spPr/>
        <p:txBody>
          <a:bodyPr/>
          <a:lstStyle/>
          <a:p>
            <a:r>
              <a:rPr lang="en-PR" dirty="0"/>
              <a:t>Positive Training Contour Generation</a:t>
            </a:r>
          </a:p>
        </p:txBody>
      </p:sp>
      <p:sp>
        <p:nvSpPr>
          <p:cNvPr id="5" name="Content Placeholder 4">
            <a:extLst>
              <a:ext uri="{FF2B5EF4-FFF2-40B4-BE49-F238E27FC236}">
                <a16:creationId xmlns:a16="http://schemas.microsoft.com/office/drawing/2014/main" id="{45FBE4AD-5D08-D471-A4E3-23AB16DB3EC4}"/>
              </a:ext>
            </a:extLst>
          </p:cNvPr>
          <p:cNvSpPr>
            <a:spLocks noGrp="1"/>
          </p:cNvSpPr>
          <p:nvPr>
            <p:ph idx="1"/>
          </p:nvPr>
        </p:nvSpPr>
        <p:spPr>
          <a:xfrm>
            <a:off x="838200" y="1825625"/>
            <a:ext cx="10515600" cy="2141464"/>
          </a:xfrm>
        </p:spPr>
        <p:txBody>
          <a:bodyPr>
            <a:normAutofit fontScale="92500" lnSpcReduction="10000"/>
          </a:bodyPr>
          <a:lstStyle/>
          <a:p>
            <a:pPr marL="0" indent="0">
              <a:buNone/>
            </a:pPr>
            <a:r>
              <a:rPr lang="en-PR" dirty="0"/>
              <a:t>For valid pedicel examples, each contour is rolled, translated and centered around the the annotated pedicel point. This makes the pedicel the origin of the contour representation, allowing the model to learn the geometric structure associated with a correctly identified stem. We also take neighboring points from 1 poin in each direction to represent other  potential points that could be selcted via manual annotation.</a:t>
            </a:r>
          </a:p>
        </p:txBody>
      </p:sp>
    </p:spTree>
    <p:extLst>
      <p:ext uri="{BB962C8B-B14F-4D97-AF65-F5344CB8AC3E}">
        <p14:creationId xmlns:p14="http://schemas.microsoft.com/office/powerpoint/2010/main" val="1658849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288160-0D6A-C321-6C44-13B952463E44}"/>
              </a:ext>
            </a:extLst>
          </p:cNvPr>
          <p:cNvSpPr>
            <a:spLocks noGrp="1"/>
          </p:cNvSpPr>
          <p:nvPr>
            <p:ph idx="1"/>
          </p:nvPr>
        </p:nvSpPr>
        <p:spPr/>
        <p:txBody>
          <a:bodyPr/>
          <a:lstStyle/>
          <a:p>
            <a:pPr marL="0" indent="0">
              <a:buNone/>
            </a:pPr>
            <a:r>
              <a:rPr lang="en-PR" dirty="0"/>
              <a:t>Incorrect pedicel examples are generated by selecting high-curvature (Convex from outside of shape) points from the original contour that are not the annotated pedicel. These points are treated as false candidate stems. To represent points that could be selected algoritmically based on curvature patterns. The contour is then rolled and traslated around each selected high curvature point to represent what an incorrectly centered contour looks like.</a:t>
            </a:r>
          </a:p>
        </p:txBody>
      </p:sp>
      <p:sp>
        <p:nvSpPr>
          <p:cNvPr id="4" name="Title 1">
            <a:extLst>
              <a:ext uri="{FF2B5EF4-FFF2-40B4-BE49-F238E27FC236}">
                <a16:creationId xmlns:a16="http://schemas.microsoft.com/office/drawing/2014/main" id="{41ABFE11-0F47-5DCB-73FA-53A82E423DFA}"/>
              </a:ext>
            </a:extLst>
          </p:cNvPr>
          <p:cNvSpPr>
            <a:spLocks noGrp="1"/>
          </p:cNvSpPr>
          <p:nvPr>
            <p:ph type="title"/>
          </p:nvPr>
        </p:nvSpPr>
        <p:spPr/>
        <p:txBody>
          <a:bodyPr/>
          <a:lstStyle/>
          <a:p>
            <a:r>
              <a:rPr lang="en-PR" dirty="0"/>
              <a:t>Negative Training Contour Generation</a:t>
            </a:r>
          </a:p>
        </p:txBody>
      </p:sp>
    </p:spTree>
    <p:extLst>
      <p:ext uri="{BB962C8B-B14F-4D97-AF65-F5344CB8AC3E}">
        <p14:creationId xmlns:p14="http://schemas.microsoft.com/office/powerpoint/2010/main" val="3262244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DDA068E-1281-8293-E26A-A4228548C826}"/>
              </a:ext>
            </a:extLst>
          </p:cNvPr>
          <p:cNvPicPr>
            <a:picLocks noChangeAspect="1"/>
          </p:cNvPicPr>
          <p:nvPr/>
        </p:nvPicPr>
        <p:blipFill>
          <a:blip r:embed="rId2"/>
          <a:stretch>
            <a:fillRect/>
          </a:stretch>
        </p:blipFill>
        <p:spPr>
          <a:xfrm>
            <a:off x="643467" y="729995"/>
            <a:ext cx="10905066" cy="5398008"/>
          </a:xfrm>
          <a:prstGeom prst="rect">
            <a:avLst/>
          </a:prstGeom>
        </p:spPr>
      </p:pic>
    </p:spTree>
    <p:extLst>
      <p:ext uri="{BB962C8B-B14F-4D97-AF65-F5344CB8AC3E}">
        <p14:creationId xmlns:p14="http://schemas.microsoft.com/office/powerpoint/2010/main" val="3440929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9D2CFEC-ED7A-4625-436B-8E4D16B8941F}"/>
              </a:ext>
            </a:extLst>
          </p:cNvPr>
          <p:cNvPicPr>
            <a:picLocks noChangeAspect="1"/>
          </p:cNvPicPr>
          <p:nvPr/>
        </p:nvPicPr>
        <p:blipFill>
          <a:blip r:embed="rId2"/>
          <a:stretch>
            <a:fillRect/>
          </a:stretch>
        </p:blipFill>
        <p:spPr>
          <a:xfrm>
            <a:off x="3282329" y="643466"/>
            <a:ext cx="5627341" cy="5571067"/>
          </a:xfrm>
          <a:prstGeom prst="rect">
            <a:avLst/>
          </a:prstGeom>
        </p:spPr>
      </p:pic>
    </p:spTree>
    <p:extLst>
      <p:ext uri="{BB962C8B-B14F-4D97-AF65-F5344CB8AC3E}">
        <p14:creationId xmlns:p14="http://schemas.microsoft.com/office/powerpoint/2010/main" val="1738405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28629-DF03-7581-E7EF-DD32704CBDFB}"/>
              </a:ext>
            </a:extLst>
          </p:cNvPr>
          <p:cNvSpPr>
            <a:spLocks noGrp="1"/>
          </p:cNvSpPr>
          <p:nvPr>
            <p:ph type="title"/>
          </p:nvPr>
        </p:nvSpPr>
        <p:spPr/>
        <p:txBody>
          <a:bodyPr/>
          <a:lstStyle/>
          <a:p>
            <a:r>
              <a:rPr lang="en-PR" dirty="0"/>
              <a:t>Supervised Dataset Construction: Fourier Transforms</a:t>
            </a:r>
          </a:p>
        </p:txBody>
      </p:sp>
      <p:sp>
        <p:nvSpPr>
          <p:cNvPr id="3" name="Content Placeholder 2">
            <a:extLst>
              <a:ext uri="{FF2B5EF4-FFF2-40B4-BE49-F238E27FC236}">
                <a16:creationId xmlns:a16="http://schemas.microsoft.com/office/drawing/2014/main" id="{F4783525-2CF3-484B-8B73-83D34C2B873D}"/>
              </a:ext>
            </a:extLst>
          </p:cNvPr>
          <p:cNvSpPr>
            <a:spLocks noGrp="1"/>
          </p:cNvSpPr>
          <p:nvPr>
            <p:ph idx="1"/>
          </p:nvPr>
        </p:nvSpPr>
        <p:spPr/>
        <p:txBody>
          <a:bodyPr/>
          <a:lstStyle/>
          <a:p>
            <a:pPr marL="0" indent="0">
              <a:buNone/>
            </a:pPr>
            <a:endParaRPr lang="en-US" dirty="0"/>
          </a:p>
          <a:p>
            <a:pPr marL="0" indent="0">
              <a:buNone/>
            </a:pPr>
            <a:r>
              <a:rPr lang="en-US" dirty="0"/>
              <a:t>Utilizing the modified contours from the previous steps we will obtain Fourier Descriptors. These will allow us to convert each contour into a compact numerical fingerprint of its shape, making it easier for a machine learning model to compare butterfly scales.</a:t>
            </a:r>
            <a:endParaRPr lang="en-PR" dirty="0"/>
          </a:p>
        </p:txBody>
      </p:sp>
    </p:spTree>
    <p:extLst>
      <p:ext uri="{BB962C8B-B14F-4D97-AF65-F5344CB8AC3E}">
        <p14:creationId xmlns:p14="http://schemas.microsoft.com/office/powerpoint/2010/main" val="4056079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64731-B44E-7EAB-EBC3-393E066FA74C}"/>
              </a:ext>
            </a:extLst>
          </p:cNvPr>
          <p:cNvSpPr>
            <a:spLocks noGrp="1"/>
          </p:cNvSpPr>
          <p:nvPr>
            <p:ph type="title"/>
          </p:nvPr>
        </p:nvSpPr>
        <p:spPr/>
        <p:txBody>
          <a:bodyPr/>
          <a:lstStyle/>
          <a:p>
            <a:r>
              <a:rPr lang="en-PR" dirty="0"/>
              <a:t>Supervised Dataset Construction</a:t>
            </a:r>
          </a:p>
        </p:txBody>
      </p:sp>
      <p:graphicFrame>
        <p:nvGraphicFramePr>
          <p:cNvPr id="24" name="Content Placeholder 23">
            <a:extLst>
              <a:ext uri="{FF2B5EF4-FFF2-40B4-BE49-F238E27FC236}">
                <a16:creationId xmlns:a16="http://schemas.microsoft.com/office/drawing/2014/main" id="{7C8E043C-3D28-C399-C2BD-2CCA69BE27F2}"/>
              </a:ext>
            </a:extLst>
          </p:cNvPr>
          <p:cNvGraphicFramePr>
            <a:graphicFrameLocks noGrp="1"/>
          </p:cNvGraphicFramePr>
          <p:nvPr>
            <p:ph idx="1"/>
            <p:extLst>
              <p:ext uri="{D42A27DB-BD31-4B8C-83A1-F6EECF244321}">
                <p14:modId xmlns:p14="http://schemas.microsoft.com/office/powerpoint/2010/main" val="3026328857"/>
              </p:ext>
            </p:extLst>
          </p:nvPr>
        </p:nvGraphicFramePr>
        <p:xfrm>
          <a:off x="482138" y="1825625"/>
          <a:ext cx="10871662"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009553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E28425B-5B24-4FFA-DE6C-32F91C6A59C2}"/>
              </a:ext>
            </a:extLst>
          </p:cNvPr>
          <p:cNvPicPr>
            <a:picLocks noGrp="1" noChangeAspect="1"/>
          </p:cNvPicPr>
          <p:nvPr>
            <p:ph idx="1"/>
          </p:nvPr>
        </p:nvPicPr>
        <p:blipFill>
          <a:blip r:embed="rId2"/>
          <a:stretch>
            <a:fillRect/>
          </a:stretch>
        </p:blipFill>
        <p:spPr>
          <a:xfrm>
            <a:off x="3132666" y="643466"/>
            <a:ext cx="5926667" cy="5571067"/>
          </a:xfrm>
          <a:prstGeom prst="rect">
            <a:avLst/>
          </a:prstGeom>
        </p:spPr>
      </p:pic>
    </p:spTree>
    <p:extLst>
      <p:ext uri="{BB962C8B-B14F-4D97-AF65-F5344CB8AC3E}">
        <p14:creationId xmlns:p14="http://schemas.microsoft.com/office/powerpoint/2010/main" val="4772316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4B7DB-D8C8-0669-88E2-C5FC6FD2DEC9}"/>
              </a:ext>
            </a:extLst>
          </p:cNvPr>
          <p:cNvSpPr>
            <a:spLocks noGrp="1"/>
          </p:cNvSpPr>
          <p:nvPr>
            <p:ph type="title"/>
          </p:nvPr>
        </p:nvSpPr>
        <p:spPr/>
        <p:txBody>
          <a:bodyPr/>
          <a:lstStyle/>
          <a:p>
            <a:r>
              <a:rPr lang="en-PR" dirty="0"/>
              <a:t>Model Training </a:t>
            </a:r>
          </a:p>
        </p:txBody>
      </p:sp>
      <p:sp>
        <p:nvSpPr>
          <p:cNvPr id="3" name="Content Placeholder 2">
            <a:extLst>
              <a:ext uri="{FF2B5EF4-FFF2-40B4-BE49-F238E27FC236}">
                <a16:creationId xmlns:a16="http://schemas.microsoft.com/office/drawing/2014/main" id="{BF005FF6-9156-DB9F-97CE-09A0859068E6}"/>
              </a:ext>
            </a:extLst>
          </p:cNvPr>
          <p:cNvSpPr>
            <a:spLocks noGrp="1"/>
          </p:cNvSpPr>
          <p:nvPr>
            <p:ph idx="1"/>
          </p:nvPr>
        </p:nvSpPr>
        <p:spPr/>
        <p:txBody>
          <a:bodyPr/>
          <a:lstStyle/>
          <a:p>
            <a:r>
              <a:rPr lang="en-PR" dirty="0"/>
              <a:t>A supervised classification model is best to distiguish between correctly and incorrectly centered contours. Instead of relying on raw images, the model learns from the </a:t>
            </a:r>
            <a:r>
              <a:rPr lang="en-US" dirty="0"/>
              <a:t>raw numbers, interpreting them as energy, frequency, and phase values and not positional data</a:t>
            </a:r>
            <a:r>
              <a:rPr lang="en-PR" dirty="0"/>
              <a:t>.</a:t>
            </a:r>
          </a:p>
          <a:p>
            <a:r>
              <a:rPr lang="en-PR" dirty="0"/>
              <a:t>What will the model look at (</a:t>
            </a:r>
            <a:r>
              <a:rPr lang="en-PR" b="1" dirty="0"/>
              <a:t>Random Forest</a:t>
            </a:r>
            <a:r>
              <a:rPr lang="en-PR" dirty="0"/>
              <a:t>): </a:t>
            </a:r>
            <a:r>
              <a:rPr lang="en-US" dirty="0"/>
              <a:t>Given the shape of the contour relative to this candidate point, did this candidate have a properly identified pedicel?</a:t>
            </a:r>
            <a:endParaRPr lang="en-PR" dirty="0"/>
          </a:p>
        </p:txBody>
      </p:sp>
    </p:spTree>
    <p:extLst>
      <p:ext uri="{BB962C8B-B14F-4D97-AF65-F5344CB8AC3E}">
        <p14:creationId xmlns:p14="http://schemas.microsoft.com/office/powerpoint/2010/main" val="242407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46FD9-F54E-5511-5A1F-561B395E502E}"/>
              </a:ext>
            </a:extLst>
          </p:cNvPr>
          <p:cNvSpPr>
            <a:spLocks noGrp="1"/>
          </p:cNvSpPr>
          <p:nvPr>
            <p:ph type="title"/>
          </p:nvPr>
        </p:nvSpPr>
        <p:spPr/>
        <p:txBody>
          <a:bodyPr/>
          <a:lstStyle/>
          <a:p>
            <a:r>
              <a:rPr lang="en-PR" dirty="0"/>
              <a:t>Data Structure:</a:t>
            </a:r>
          </a:p>
        </p:txBody>
      </p:sp>
      <p:sp>
        <p:nvSpPr>
          <p:cNvPr id="3" name="Content Placeholder 2">
            <a:extLst>
              <a:ext uri="{FF2B5EF4-FFF2-40B4-BE49-F238E27FC236}">
                <a16:creationId xmlns:a16="http://schemas.microsoft.com/office/drawing/2014/main" id="{EE6AE994-1221-8FC5-7ED2-3C8A29D2D8C6}"/>
              </a:ext>
            </a:extLst>
          </p:cNvPr>
          <p:cNvSpPr>
            <a:spLocks noGrp="1"/>
          </p:cNvSpPr>
          <p:nvPr>
            <p:ph idx="1"/>
          </p:nvPr>
        </p:nvSpPr>
        <p:spPr/>
        <p:txBody>
          <a:bodyPr>
            <a:normAutofit fontScale="92500" lnSpcReduction="10000"/>
          </a:bodyPr>
          <a:lstStyle/>
          <a:p>
            <a:r>
              <a:rPr lang="en-US" b="1" dirty="0"/>
              <a:t>Columns: </a:t>
            </a:r>
          </a:p>
          <a:p>
            <a:pPr lvl="1"/>
            <a:r>
              <a:rPr lang="en-US" sz="2800" dirty="0"/>
              <a:t>'fd_real_0’ - '</a:t>
            </a:r>
            <a:r>
              <a:rPr lang="en-US" sz="2800" dirty="0" err="1"/>
              <a:t>fd_real_n</a:t>
            </a:r>
            <a:r>
              <a:rPr lang="en-US" sz="2800" dirty="0"/>
              <a:t>’ (20 used in this case)</a:t>
            </a:r>
          </a:p>
          <a:p>
            <a:pPr lvl="1"/>
            <a:r>
              <a:rPr lang="en-US" sz="2800" dirty="0"/>
              <a:t> 'fd_imag_0’ - '</a:t>
            </a:r>
            <a:r>
              <a:rPr lang="en-US" sz="2800" dirty="0" err="1"/>
              <a:t>fd_imag_n</a:t>
            </a:r>
            <a:r>
              <a:rPr lang="en-US" sz="2800"/>
              <a:t>’ (20 used in this case)</a:t>
            </a:r>
            <a:endParaRPr lang="en-US" sz="2800" dirty="0"/>
          </a:p>
          <a:p>
            <a:pPr lvl="1"/>
            <a:r>
              <a:rPr lang="en-US" sz="2800" dirty="0"/>
              <a:t> 'label’</a:t>
            </a:r>
          </a:p>
          <a:p>
            <a:pPr lvl="1"/>
            <a:r>
              <a:rPr lang="en-US" sz="2800" dirty="0"/>
              <a:t> 'filename’ (original image it is tide to)</a:t>
            </a:r>
          </a:p>
          <a:p>
            <a:pPr lvl="1"/>
            <a:endParaRPr lang="en-US" dirty="0"/>
          </a:p>
          <a:p>
            <a:r>
              <a:rPr lang="en-US" b="1" dirty="0"/>
              <a:t>Training / Testing split: </a:t>
            </a:r>
            <a:r>
              <a:rPr lang="en-US" dirty="0"/>
              <a:t>The dataset is split into independent training (80) and testing (20) subsets ensuring a filename is not included in both training and testing. Stratification is used to preserve class proportions across both partitions, ensuring a fair evaluation of model performance.</a:t>
            </a:r>
          </a:p>
          <a:p>
            <a:endParaRPr lang="en-US" dirty="0"/>
          </a:p>
          <a:p>
            <a:pPr lvl="1"/>
            <a:endParaRPr lang="en-US" dirty="0"/>
          </a:p>
          <a:p>
            <a:pPr marL="457200" lvl="1" indent="0">
              <a:buNone/>
            </a:pPr>
            <a:endParaRPr lang="en-PR" dirty="0"/>
          </a:p>
        </p:txBody>
      </p:sp>
    </p:spTree>
    <p:extLst>
      <p:ext uri="{BB962C8B-B14F-4D97-AF65-F5344CB8AC3E}">
        <p14:creationId xmlns:p14="http://schemas.microsoft.com/office/powerpoint/2010/main" val="3835109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63B7C-19D5-BA82-82B7-F5087456AC4A}"/>
              </a:ext>
            </a:extLst>
          </p:cNvPr>
          <p:cNvSpPr>
            <a:spLocks noGrp="1"/>
          </p:cNvSpPr>
          <p:nvPr>
            <p:ph type="title"/>
          </p:nvPr>
        </p:nvSpPr>
        <p:spPr/>
        <p:txBody>
          <a:bodyPr/>
          <a:lstStyle/>
          <a:p>
            <a:r>
              <a:rPr lang="en-PR" dirty="0"/>
              <a:t>Model Evaluation</a:t>
            </a:r>
          </a:p>
        </p:txBody>
      </p:sp>
      <p:sp>
        <p:nvSpPr>
          <p:cNvPr id="3" name="Content Placeholder 2">
            <a:extLst>
              <a:ext uri="{FF2B5EF4-FFF2-40B4-BE49-F238E27FC236}">
                <a16:creationId xmlns:a16="http://schemas.microsoft.com/office/drawing/2014/main" id="{2EAE3424-2625-E986-DB6E-230B8387C344}"/>
              </a:ext>
            </a:extLst>
          </p:cNvPr>
          <p:cNvSpPr>
            <a:spLocks noGrp="1"/>
          </p:cNvSpPr>
          <p:nvPr>
            <p:ph idx="1"/>
          </p:nvPr>
        </p:nvSpPr>
        <p:spPr>
          <a:xfrm>
            <a:off x="838200" y="1690688"/>
            <a:ext cx="10515600" cy="4486275"/>
          </a:xfrm>
        </p:spPr>
        <p:txBody>
          <a:bodyPr>
            <a:normAutofit lnSpcReduction="10000"/>
          </a:bodyPr>
          <a:lstStyle/>
          <a:p>
            <a:pPr marL="0" indent="0">
              <a:buNone/>
            </a:pPr>
            <a:r>
              <a:rPr lang="en-PR" dirty="0"/>
              <a:t>The trained model is evaluated based on its ability to identify whether a contour has been centered around a valid pedicel point.</a:t>
            </a:r>
          </a:p>
          <a:p>
            <a:pPr marL="0" indent="0">
              <a:buNone/>
            </a:pPr>
            <a:endParaRPr lang="en-PR" dirty="0"/>
          </a:p>
          <a:p>
            <a:pPr marL="0" indent="0">
              <a:buNone/>
            </a:pPr>
            <a:r>
              <a:rPr lang="en-PR" dirty="0"/>
              <a:t>Evaluation would include the following classification metrics:</a:t>
            </a:r>
          </a:p>
          <a:p>
            <a:pPr marL="0" indent="0">
              <a:buNone/>
            </a:pPr>
            <a:endParaRPr lang="en-PR" dirty="0"/>
          </a:p>
          <a:p>
            <a:pPr lvl="1"/>
            <a:r>
              <a:rPr lang="en-PR" sz="2800" b="1" dirty="0"/>
              <a:t>Precision: </a:t>
            </a:r>
            <a:r>
              <a:rPr lang="en-PR" sz="2800" dirty="0"/>
              <a:t>How many predicted valid stems are actually correct.</a:t>
            </a:r>
          </a:p>
          <a:p>
            <a:pPr lvl="1"/>
            <a:r>
              <a:rPr lang="en-PR" sz="2800" b="1" dirty="0"/>
              <a:t>Recall: </a:t>
            </a:r>
            <a:r>
              <a:rPr lang="en-PR" sz="2800" dirty="0"/>
              <a:t>How many true stems are being succesfully detected.</a:t>
            </a:r>
          </a:p>
          <a:p>
            <a:pPr lvl="1"/>
            <a:r>
              <a:rPr lang="en-PR" sz="2800" b="1" dirty="0"/>
              <a:t>F1-score: </a:t>
            </a:r>
            <a:r>
              <a:rPr lang="en-US" sz="2800" dirty="0"/>
              <a:t>Measure of a model's accuracy that balances both Precision and Recall.</a:t>
            </a:r>
            <a:endParaRPr lang="en-PR" sz="2800" dirty="0"/>
          </a:p>
        </p:txBody>
      </p:sp>
    </p:spTree>
    <p:extLst>
      <p:ext uri="{BB962C8B-B14F-4D97-AF65-F5344CB8AC3E}">
        <p14:creationId xmlns:p14="http://schemas.microsoft.com/office/powerpoint/2010/main" val="3048932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E750200-CAA9-E8A3-29E8-169023BA7EC6}"/>
              </a:ext>
            </a:extLst>
          </p:cNvPr>
          <p:cNvPicPr>
            <a:picLocks noGrp="1" noChangeAspect="1"/>
          </p:cNvPicPr>
          <p:nvPr>
            <p:ph idx="1"/>
          </p:nvPr>
        </p:nvPicPr>
        <p:blipFill>
          <a:blip r:embed="rId2"/>
          <a:stretch>
            <a:fillRect/>
          </a:stretch>
        </p:blipFill>
        <p:spPr>
          <a:xfrm>
            <a:off x="643467" y="1425194"/>
            <a:ext cx="10905066" cy="4007611"/>
          </a:xfrm>
          <a:prstGeom prst="rect">
            <a:avLst/>
          </a:prstGeom>
        </p:spPr>
      </p:pic>
    </p:spTree>
    <p:extLst>
      <p:ext uri="{BB962C8B-B14F-4D97-AF65-F5344CB8AC3E}">
        <p14:creationId xmlns:p14="http://schemas.microsoft.com/office/powerpoint/2010/main" val="31895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67008-407A-09F4-49B4-473172A0780D}"/>
              </a:ext>
            </a:extLst>
          </p:cNvPr>
          <p:cNvSpPr>
            <a:spLocks noGrp="1"/>
          </p:cNvSpPr>
          <p:nvPr>
            <p:ph type="title"/>
          </p:nvPr>
        </p:nvSpPr>
        <p:spPr/>
        <p:txBody>
          <a:bodyPr/>
          <a:lstStyle/>
          <a:p>
            <a:r>
              <a:rPr lang="en-PR" dirty="0"/>
              <a:t>Stem Validation and Prediction</a:t>
            </a:r>
          </a:p>
        </p:txBody>
      </p:sp>
      <p:sp>
        <p:nvSpPr>
          <p:cNvPr id="3" name="Content Placeholder 2">
            <a:extLst>
              <a:ext uri="{FF2B5EF4-FFF2-40B4-BE49-F238E27FC236}">
                <a16:creationId xmlns:a16="http://schemas.microsoft.com/office/drawing/2014/main" id="{268152B2-7356-ED5F-3AFD-C4FBB0620FBF}"/>
              </a:ext>
            </a:extLst>
          </p:cNvPr>
          <p:cNvSpPr>
            <a:spLocks noGrp="1"/>
          </p:cNvSpPr>
          <p:nvPr>
            <p:ph idx="1"/>
          </p:nvPr>
        </p:nvSpPr>
        <p:spPr/>
        <p:txBody>
          <a:bodyPr/>
          <a:lstStyle/>
          <a:p>
            <a:pPr marL="0" indent="0">
              <a:buNone/>
            </a:pPr>
            <a:r>
              <a:rPr lang="en-PR" dirty="0"/>
              <a:t>After training, the model can be used to evaluate new candidate pedicel points. A candidate is accepted if the contour structure resembles the learned pattern of valid pecidel-centered contours.</a:t>
            </a:r>
          </a:p>
          <a:p>
            <a:pPr marL="0" indent="0">
              <a:buNone/>
            </a:pPr>
            <a:endParaRPr lang="en-PR" dirty="0"/>
          </a:p>
        </p:txBody>
      </p:sp>
    </p:spTree>
    <p:extLst>
      <p:ext uri="{BB962C8B-B14F-4D97-AF65-F5344CB8AC3E}">
        <p14:creationId xmlns:p14="http://schemas.microsoft.com/office/powerpoint/2010/main" val="6789267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841</TotalTime>
  <Words>773</Words>
  <Application>Microsoft Macintosh PowerPoint</Application>
  <PresentationFormat>Widescreen</PresentationFormat>
  <Paragraphs>58</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Aptos Display</vt:lpstr>
      <vt:lpstr>Arial</vt:lpstr>
      <vt:lpstr>Office Theme</vt:lpstr>
      <vt:lpstr>Supervised Contour-Based Pipeline for Butterfly Scale Pedicel Validation </vt:lpstr>
      <vt:lpstr>Main Pipeline Structure:</vt:lpstr>
      <vt:lpstr>Raw Microscopy Image Dataset</vt:lpstr>
      <vt:lpstr>Contour and Mask Extraction </vt:lpstr>
      <vt:lpstr>Annotation-Based Pedicel Reference</vt:lpstr>
      <vt:lpstr>Positive Training Contour Generation</vt:lpstr>
      <vt:lpstr>Negative Training Contour Generation</vt:lpstr>
      <vt:lpstr>PowerPoint Presentation</vt:lpstr>
      <vt:lpstr>PowerPoint Presentation</vt:lpstr>
      <vt:lpstr>Supervised Dataset Construction: Fourier Transforms</vt:lpstr>
      <vt:lpstr>Supervised Dataset Construction</vt:lpstr>
      <vt:lpstr>PowerPoint Presentation</vt:lpstr>
      <vt:lpstr>Model Training </vt:lpstr>
      <vt:lpstr>Data Structure:</vt:lpstr>
      <vt:lpstr>Model Evaluation</vt:lpstr>
      <vt:lpstr>PowerPoint Presentation</vt:lpstr>
      <vt:lpstr>Stem Validation and Prediction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Julian Soto</dc:creator>
  <cp:lastModifiedBy>Julian Soto</cp:lastModifiedBy>
  <cp:revision>5</cp:revision>
  <dcterms:created xsi:type="dcterms:W3CDTF">2026-05-18T01:50:58Z</dcterms:created>
  <dcterms:modified xsi:type="dcterms:W3CDTF">2026-07-06T15:42:00Z</dcterms:modified>
</cp:coreProperties>
</file>